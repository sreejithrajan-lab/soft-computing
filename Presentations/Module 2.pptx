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1" r:id="rId7"/>
    <p:sldId id="260" r:id="rId8"/>
    <p:sldId id="263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46EC1-EB21-4C15-97B2-3568AED31981}" v="82" dt="2026-02-02T03:14:01.17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modSld sldOrd">
      <pc:chgData name="Sreejith Rajan" userId="ec11bca0e4bee75f" providerId="LiveId" clId="{7B4F392D-EAB3-4CE7-903E-F84869825F47}" dt="2026-02-03T04:19:09.956" v="580" actId="1076"/>
      <pc:docMkLst>
        <pc:docMk/>
      </pc:docMkLst>
      <pc:sldChg chg="modSp new mod">
        <pc:chgData name="Sreejith Rajan" userId="ec11bca0e4bee75f" providerId="LiveId" clId="{7B4F392D-EAB3-4CE7-903E-F84869825F47}" dt="2026-02-02T03:14:01.177" v="503"/>
        <pc:sldMkLst>
          <pc:docMk/>
          <pc:sldMk cId="603911378" sldId="256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603911378" sldId="256"/>
            <ac:spMk id="2" creationId="{B540A49A-ACB6-47C6-0C74-E9096ACD0F78}"/>
          </ac:spMkLst>
        </pc:spChg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603911378" sldId="256"/>
            <ac:spMk id="3" creationId="{DEC85B3E-D67C-0C70-30CF-D174E8975A6F}"/>
          </ac:spMkLst>
        </pc:spChg>
      </pc:sldChg>
      <pc:sldChg chg="modSp new mod">
        <pc:chgData name="Sreejith Rajan" userId="ec11bca0e4bee75f" providerId="LiveId" clId="{7B4F392D-EAB3-4CE7-903E-F84869825F47}" dt="2026-02-02T03:14:16.999" v="505" actId="20577"/>
        <pc:sldMkLst>
          <pc:docMk/>
          <pc:sldMk cId="1837526696" sldId="257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1837526696" sldId="257"/>
            <ac:spMk id="2" creationId="{53392EF1-6BBD-AE74-FD3E-AF0AE89018A9}"/>
          </ac:spMkLst>
        </pc:spChg>
        <pc:spChg chg="mod">
          <ac:chgData name="Sreejith Rajan" userId="ec11bca0e4bee75f" providerId="LiveId" clId="{7B4F392D-EAB3-4CE7-903E-F84869825F47}" dt="2026-02-02T03:14:16.999" v="505" actId="20577"/>
          <ac:spMkLst>
            <pc:docMk/>
            <pc:sldMk cId="1837526696" sldId="257"/>
            <ac:spMk id="3" creationId="{AF8F19DF-6B02-6F2A-4BAE-9D9776DA745F}"/>
          </ac:spMkLst>
        </pc:spChg>
      </pc:sldChg>
      <pc:sldChg chg="addSp delSp modSp new mod">
        <pc:chgData name="Sreejith Rajan" userId="ec11bca0e4bee75f" providerId="LiveId" clId="{7B4F392D-EAB3-4CE7-903E-F84869825F47}" dt="2026-02-02T03:14:47.465" v="512" actId="14100"/>
        <pc:sldMkLst>
          <pc:docMk/>
          <pc:sldMk cId="3661447551" sldId="258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3661447551" sldId="258"/>
            <ac:spMk id="2" creationId="{756BFDCB-36DF-5B36-4635-E7B64E5BAC6A}"/>
          </ac:spMkLst>
        </pc:spChg>
        <pc:spChg chg="add mod">
          <ac:chgData name="Sreejith Rajan" userId="ec11bca0e4bee75f" providerId="LiveId" clId="{7B4F392D-EAB3-4CE7-903E-F84869825F47}" dt="2026-02-02T03:14:42.752" v="510" actId="1076"/>
          <ac:spMkLst>
            <pc:docMk/>
            <pc:sldMk cId="3661447551" sldId="258"/>
            <ac:spMk id="9" creationId="{C92A2DDE-1FDC-52AE-10DD-102601647208}"/>
          </ac:spMkLst>
        </pc:spChg>
        <pc:picChg chg="add mod ord">
          <ac:chgData name="Sreejith Rajan" userId="ec11bca0e4bee75f" providerId="LiveId" clId="{7B4F392D-EAB3-4CE7-903E-F84869825F47}" dt="2026-02-02T03:14:47.465" v="512" actId="14100"/>
          <ac:picMkLst>
            <pc:docMk/>
            <pc:sldMk cId="3661447551" sldId="258"/>
            <ac:picMk id="5" creationId="{9E506388-207F-28E7-F648-4F7BA0FDDDFB}"/>
          </ac:picMkLst>
        </pc:picChg>
      </pc:sldChg>
      <pc:sldChg chg="modSp new mod ord">
        <pc:chgData name="Sreejith Rajan" userId="ec11bca0e4bee75f" providerId="LiveId" clId="{7B4F392D-EAB3-4CE7-903E-F84869825F47}" dt="2026-02-02T03:27:13.268" v="545"/>
        <pc:sldMkLst>
          <pc:docMk/>
          <pc:sldMk cId="1870737155" sldId="259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1870737155" sldId="259"/>
            <ac:spMk id="2" creationId="{24FDEB66-DD13-B542-E4E8-59CB0D3440F9}"/>
          </ac:spMkLst>
        </pc:spChg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1870737155" sldId="259"/>
            <ac:spMk id="3" creationId="{B31910F2-4FC3-32B8-E3E4-3A7ACA4CC308}"/>
          </ac:spMkLst>
        </pc:spChg>
      </pc:sldChg>
      <pc:sldChg chg="addSp delSp modSp new mod">
        <pc:chgData name="Sreejith Rajan" userId="ec11bca0e4bee75f" providerId="LiveId" clId="{7B4F392D-EAB3-4CE7-903E-F84869825F47}" dt="2026-02-03T04:19:09.956" v="580" actId="1076"/>
        <pc:sldMkLst>
          <pc:docMk/>
          <pc:sldMk cId="3690446718" sldId="260"/>
        </pc:sldMkLst>
        <pc:spChg chg="mod">
          <ac:chgData name="Sreejith Rajan" userId="ec11bca0e4bee75f" providerId="LiveId" clId="{7B4F392D-EAB3-4CE7-903E-F84869825F47}" dt="2026-02-03T04:18:40.294" v="575" actId="1076"/>
          <ac:spMkLst>
            <pc:docMk/>
            <pc:sldMk cId="3690446718" sldId="260"/>
            <ac:spMk id="2" creationId="{C6D0CF8C-9382-0C19-72D8-8B33A2825F05}"/>
          </ac:spMkLst>
        </pc:spChg>
        <pc:spChg chg="add mod">
          <ac:chgData name="Sreejith Rajan" userId="ec11bca0e4bee75f" providerId="LiveId" clId="{7B4F392D-EAB3-4CE7-903E-F84869825F47}" dt="2026-02-03T04:15:38.764" v="552" actId="20577"/>
          <ac:spMkLst>
            <pc:docMk/>
            <pc:sldMk cId="3690446718" sldId="260"/>
            <ac:spMk id="6" creationId="{451FE0AF-9FCA-F59C-B5DF-995B31B24264}"/>
          </ac:spMkLst>
        </pc:spChg>
        <pc:graphicFrameChg chg="add del mod modGraphic">
          <ac:chgData name="Sreejith Rajan" userId="ec11bca0e4bee75f" providerId="LiveId" clId="{7B4F392D-EAB3-4CE7-903E-F84869825F47}" dt="2026-02-03T04:16:41.436" v="572" actId="20577"/>
          <ac:graphicFrameMkLst>
            <pc:docMk/>
            <pc:sldMk cId="3690446718" sldId="260"/>
            <ac:graphicFrameMk id="4" creationId="{5B4E6712-E21C-4E14-7255-68108A77842E}"/>
          </ac:graphicFrameMkLst>
        </pc:graphicFrameChg>
        <pc:picChg chg="add mod modCrop">
          <ac:chgData name="Sreejith Rajan" userId="ec11bca0e4bee75f" providerId="LiveId" clId="{7B4F392D-EAB3-4CE7-903E-F84869825F47}" dt="2026-02-03T04:19:09.956" v="580" actId="1076"/>
          <ac:picMkLst>
            <pc:docMk/>
            <pc:sldMk cId="3690446718" sldId="260"/>
            <ac:picMk id="5" creationId="{AC345AEC-B09C-90D7-B219-5A1C07FC2BBE}"/>
          </ac:picMkLst>
        </pc:picChg>
      </pc:sldChg>
      <pc:sldChg chg="addSp delSp modSp add mod ord">
        <pc:chgData name="Sreejith Rajan" userId="ec11bca0e4bee75f" providerId="LiveId" clId="{7B4F392D-EAB3-4CE7-903E-F84869825F47}" dt="2026-02-02T03:15:38.852" v="513" actId="1076"/>
        <pc:sldMkLst>
          <pc:docMk/>
          <pc:sldMk cId="2356853513" sldId="261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2356853513" sldId="261"/>
            <ac:spMk id="2" creationId="{9CA87DE6-9AB8-0636-0DD8-DA862C0C2C24}"/>
          </ac:spMkLst>
        </pc:spChg>
        <pc:spChg chg="add mod">
          <ac:chgData name="Sreejith Rajan" userId="ec11bca0e4bee75f" providerId="LiveId" clId="{7B4F392D-EAB3-4CE7-903E-F84869825F47}" dt="2026-02-02T03:15:38.852" v="513" actId="1076"/>
          <ac:spMkLst>
            <pc:docMk/>
            <pc:sldMk cId="2356853513" sldId="261"/>
            <ac:spMk id="5" creationId="{6DA6CC95-9B95-0E57-7698-0D2E722E9A6A}"/>
          </ac:spMkLst>
        </pc:spChg>
      </pc:sldChg>
      <pc:sldChg chg="addSp delSp modSp add mod">
        <pc:chgData name="Sreejith Rajan" userId="ec11bca0e4bee75f" providerId="LiveId" clId="{7B4F392D-EAB3-4CE7-903E-F84869825F47}" dt="2026-02-03T04:18:27.032" v="573" actId="1076"/>
        <pc:sldMkLst>
          <pc:docMk/>
          <pc:sldMk cId="540216883" sldId="262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540216883" sldId="262"/>
            <ac:spMk id="2" creationId="{42827049-9F45-E152-571F-10AFBF3CBAB0}"/>
          </ac:spMkLst>
        </pc:spChg>
        <pc:spChg chg="add mod">
          <ac:chgData name="Sreejith Rajan" userId="ec11bca0e4bee75f" providerId="LiveId" clId="{7B4F392D-EAB3-4CE7-903E-F84869825F47}" dt="2026-02-01T20:03:44.407" v="438" actId="5793"/>
          <ac:spMkLst>
            <pc:docMk/>
            <pc:sldMk cId="540216883" sldId="262"/>
            <ac:spMk id="5" creationId="{B29E3A62-9D7B-C030-569A-4C57A72BE407}"/>
          </ac:spMkLst>
        </pc:spChg>
        <pc:graphicFrameChg chg="mod modGraphic">
          <ac:chgData name="Sreejith Rajan" userId="ec11bca0e4bee75f" providerId="LiveId" clId="{7B4F392D-EAB3-4CE7-903E-F84869825F47}" dt="2026-02-03T04:18:27.032" v="573" actId="1076"/>
          <ac:graphicFrameMkLst>
            <pc:docMk/>
            <pc:sldMk cId="540216883" sldId="262"/>
            <ac:graphicFrameMk id="4" creationId="{A374D0FE-2141-66DB-9BBD-7764ED28B57C}"/>
          </ac:graphicFrameMkLst>
        </pc:graphicFrameChg>
      </pc:sldChg>
      <pc:sldChg chg="addSp delSp modSp new mod">
        <pc:chgData name="Sreejith Rajan" userId="ec11bca0e4bee75f" providerId="LiveId" clId="{7B4F392D-EAB3-4CE7-903E-F84869825F47}" dt="2026-02-02T03:14:01.177" v="503"/>
        <pc:sldMkLst>
          <pc:docMk/>
          <pc:sldMk cId="526822190" sldId="263"/>
        </pc:sldMkLst>
        <pc:spChg chg="mod">
          <ac:chgData name="Sreejith Rajan" userId="ec11bca0e4bee75f" providerId="LiveId" clId="{7B4F392D-EAB3-4CE7-903E-F84869825F47}" dt="2026-02-02T03:14:01.177" v="503"/>
          <ac:spMkLst>
            <pc:docMk/>
            <pc:sldMk cId="526822190" sldId="263"/>
            <ac:spMk id="2" creationId="{DE655658-CBFF-FDDC-3666-9647F4E9840B}"/>
          </ac:spMkLst>
        </pc:spChg>
        <pc:spChg chg="add del mod">
          <ac:chgData name="Sreejith Rajan" userId="ec11bca0e4bee75f" providerId="LiveId" clId="{7B4F392D-EAB3-4CE7-903E-F84869825F47}" dt="2026-02-02T03:11:59.232" v="475"/>
          <ac:spMkLst>
            <pc:docMk/>
            <pc:sldMk cId="526822190" sldId="263"/>
            <ac:spMk id="3" creationId="{2C73B16E-6D40-1C51-75DF-2EC032F3D59D}"/>
          </ac:spMkLst>
        </pc:spChg>
        <pc:spChg chg="add mod">
          <ac:chgData name="Sreejith Rajan" userId="ec11bca0e4bee75f" providerId="LiveId" clId="{7B4F392D-EAB3-4CE7-903E-F84869825F47}" dt="2026-02-02T03:11:50.019" v="474"/>
          <ac:spMkLst>
            <pc:docMk/>
            <pc:sldMk cId="526822190" sldId="263"/>
            <ac:spMk id="4" creationId="{5ACE6393-0233-261B-C66B-21A7BE23D74B}"/>
          </ac:spMkLst>
        </pc:spChg>
        <pc:spChg chg="add mod">
          <ac:chgData name="Sreejith Rajan" userId="ec11bca0e4bee75f" providerId="LiveId" clId="{7B4F392D-EAB3-4CE7-903E-F84869825F47}" dt="2026-02-02T03:13:27.595" v="499" actId="20577"/>
          <ac:spMkLst>
            <pc:docMk/>
            <pc:sldMk cId="526822190" sldId="263"/>
            <ac:spMk id="5" creationId="{A9AE9E77-BC07-A5EA-8BF5-F9BCAE4318CB}"/>
          </ac:spMkLst>
        </pc:spChg>
        <pc:graphicFrameChg chg="add mod modGraphic">
          <ac:chgData name="Sreejith Rajan" userId="ec11bca0e4bee75f" providerId="LiveId" clId="{7B4F392D-EAB3-4CE7-903E-F84869825F47}" dt="2026-02-02T03:13:16.086" v="492" actId="20577"/>
          <ac:graphicFrameMkLst>
            <pc:docMk/>
            <pc:sldMk cId="526822190" sldId="263"/>
            <ac:graphicFrameMk id="6" creationId="{788D03AC-9882-87EA-18B2-C94F3D00D886}"/>
          </ac:graphicFrameMkLst>
        </pc:graphicFrameChg>
      </pc:sldChg>
      <pc:sldChg chg="addSp delSp modSp new mod ord">
        <pc:chgData name="Sreejith Rajan" userId="ec11bca0e4bee75f" providerId="LiveId" clId="{7B4F392D-EAB3-4CE7-903E-F84869825F47}" dt="2026-02-02T03:26:53.001" v="543" actId="14100"/>
        <pc:sldMkLst>
          <pc:docMk/>
          <pc:sldMk cId="927649521" sldId="264"/>
        </pc:sldMkLst>
        <pc:spChg chg="mod">
          <ac:chgData name="Sreejith Rajan" userId="ec11bca0e4bee75f" providerId="LiveId" clId="{7B4F392D-EAB3-4CE7-903E-F84869825F47}" dt="2026-02-02T03:26:48.345" v="542" actId="20577"/>
          <ac:spMkLst>
            <pc:docMk/>
            <pc:sldMk cId="927649521" sldId="264"/>
            <ac:spMk id="2" creationId="{16EF1BCC-782F-B245-B9E2-3C007CA7E33A}"/>
          </ac:spMkLst>
        </pc:spChg>
        <pc:spChg chg="del">
          <ac:chgData name="Sreejith Rajan" userId="ec11bca0e4bee75f" providerId="LiveId" clId="{7B4F392D-EAB3-4CE7-903E-F84869825F47}" dt="2026-02-02T03:26:25.534" v="517" actId="931"/>
          <ac:spMkLst>
            <pc:docMk/>
            <pc:sldMk cId="927649521" sldId="264"/>
            <ac:spMk id="3" creationId="{E90D9CAF-F3D1-78CF-36A2-DE55DF45DBE4}"/>
          </ac:spMkLst>
        </pc:spChg>
        <pc:picChg chg="add mod ord">
          <ac:chgData name="Sreejith Rajan" userId="ec11bca0e4bee75f" providerId="LiveId" clId="{7B4F392D-EAB3-4CE7-903E-F84869825F47}" dt="2026-02-02T03:26:53.001" v="543" actId="14100"/>
          <ac:picMkLst>
            <pc:docMk/>
            <pc:sldMk cId="927649521" sldId="264"/>
            <ac:picMk id="5" creationId="{9AB949B9-00CA-9DEB-E422-B332FE54EB8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AE00EF-CD69-4850-ACCB-29501268C955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1E52D-65F3-4B14-A6F7-25F3F277FD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776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1E52D-65F3-4B14-A6F7-25F3F277FD7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33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618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58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14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086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262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92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05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19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08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41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05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46FAF-DF1E-4AE8-928A-465CBC50624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066C09A-7212-4881-AEDF-56AC4BE68C9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028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A49A-ACB6-47C6-0C74-E9096ACD0F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Soft Computing </a:t>
            </a:r>
            <a:br>
              <a:rPr lang="en-IN" dirty="0"/>
            </a:br>
            <a:r>
              <a:rPr lang="en-IN" dirty="0"/>
              <a:t>Module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85B3E-D67C-0C70-30CF-D174E8975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Dr. Sreejith Rajan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91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2EF1-6BBD-AE74-FD3E-AF0AE890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McCulloch-Pitt Neuron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F19DF-6B02-6F2A-4BAE-9D9776DA7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McCulloch–Pitts Neuron Model was formulated in the year by Warren Mc</a:t>
            </a:r>
          </a:p>
          <a:p>
            <a:pPr marL="0" indent="0">
              <a:buNone/>
            </a:pPr>
            <a:r>
              <a:rPr lang="en-US" dirty="0"/>
              <a:t>   Culloch and Walter Pitts in the year 1943.</a:t>
            </a:r>
          </a:p>
          <a:p>
            <a:r>
              <a:rPr lang="en-US" dirty="0"/>
              <a:t>It is </a:t>
            </a:r>
            <a:r>
              <a:rPr lang="en-US" dirty="0" err="1"/>
              <a:t>characterised</a:t>
            </a:r>
            <a:r>
              <a:rPr lang="en-US" dirty="0"/>
              <a:t> by its formalism, elegant and precise mathematical definition.</a:t>
            </a:r>
          </a:p>
          <a:p>
            <a:r>
              <a:rPr lang="en-US" dirty="0"/>
              <a:t>The neuron allows only the binary states i.e., ‘0’s and ‘1’s, so it is called as a</a:t>
            </a:r>
          </a:p>
          <a:p>
            <a:pPr marL="0" indent="0">
              <a:buNone/>
            </a:pPr>
            <a:r>
              <a:rPr lang="en-US" dirty="0"/>
              <a:t>   binary activated neuron.</a:t>
            </a:r>
          </a:p>
          <a:p>
            <a:r>
              <a:rPr lang="en-US" dirty="0"/>
              <a:t>These neurons are connected by direct weighted path. The connected path can be excitatory or inhibitory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75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FDCB-36DF-5B36-4635-E7B64E5BA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MP Neuron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506388-207F-28E7-F648-4F7BA0FDD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67" y="1853754"/>
            <a:ext cx="7611533" cy="42315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2A2DDE-1FDC-52AE-10DD-102601647208}"/>
                  </a:ext>
                </a:extLst>
              </p:cNvPr>
              <p:cNvSpPr txBox="1"/>
              <p:nvPr/>
            </p:nvSpPr>
            <p:spPr>
              <a:xfrm>
                <a:off x="8423167" y="1853754"/>
                <a:ext cx="3607966" cy="2095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br>
                  <a:rPr lang="en-IN" dirty="0"/>
                </a:br>
                <a:endParaRPr lang="en-IN" dirty="0"/>
              </a:p>
              <a:p>
                <a:pPr>
                  <a:buNone/>
                </a:pPr>
                <a:r>
                  <a:rPr lang="en-IN" b="1" dirty="0"/>
                  <a:t>MP Neuron Model</a:t>
                </a:r>
              </a:p>
              <a:p>
                <a:pPr>
                  <a:buNone/>
                </a:pPr>
                <a:r>
                  <a:rPr lang="en-IN" dirty="0"/>
                  <a:t>An MP neuron works on </a:t>
                </a:r>
                <a:r>
                  <a:rPr lang="en-IN" b="1" dirty="0"/>
                  <a:t>threshold logic</a:t>
                </a:r>
                <a:r>
                  <a:rPr lang="en-IN" dirty="0"/>
                  <a:t>:</a:t>
                </a:r>
              </a:p>
              <a:p>
                <a:pPr>
                  <a:buNone/>
                </a:pPr>
                <a:r>
                  <a:rPr lang="en-IN" dirty="0"/>
                  <a:t>a </a:t>
                </a:r>
                <a14:m>
                  <m:oMath xmlns:m="http://schemas.openxmlformats.org/officeDocument/2006/math"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ar-AE" b="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b>
                                <m:sSubPr>
                                  <m:ctrlP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en-IN" b="0" i="1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2A2DDE-1FDC-52AE-10DD-102601647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167" y="1853754"/>
                <a:ext cx="3607966" cy="2095189"/>
              </a:xfrm>
              <a:prstGeom prst="rect">
                <a:avLst/>
              </a:prstGeom>
              <a:blipFill>
                <a:blip r:embed="rId4"/>
                <a:stretch>
                  <a:fillRect l="-1520" r="-13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144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DEB66-DD13-B542-E4E8-59CB0D344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MP Neuron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910F2-4FC3-32B8-E3E4-3A7ACA4CC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Excitatory connections have positive weights and inhibitory connections have negative weights.</a:t>
            </a:r>
          </a:p>
          <a:p>
            <a:r>
              <a:rPr lang="en-US" dirty="0"/>
              <a:t>The neuron is associated with the Threshold value. </a:t>
            </a:r>
          </a:p>
          <a:p>
            <a:r>
              <a:rPr lang="en-US" dirty="0"/>
              <a:t>The neuron fires if the net input to the neuron is greater than the Threshold.</a:t>
            </a:r>
          </a:p>
          <a:p>
            <a:r>
              <a:rPr lang="en-US" dirty="0"/>
              <a:t>The threshold is set so that the inhibition is absolute, because the non-zero inhibitory output will prevent the neuron from firing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073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1BCC-782F-B245-B9E2-3C007CA7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312" y="279901"/>
            <a:ext cx="9603275" cy="1049235"/>
          </a:xfrm>
        </p:spPr>
        <p:txBody>
          <a:bodyPr/>
          <a:lstStyle/>
          <a:p>
            <a:r>
              <a:rPr lang="en-IN" dirty="0"/>
              <a:t>Activation functions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B949B9-00CA-9DEB-E422-B332FE54E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556" y="819695"/>
            <a:ext cx="9603275" cy="5233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64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3718A-DA14-6B7D-27A0-D12C269A3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87DE6-9AB8-0636-0DD8-DA862C0C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 Gates using MP Neuron – Or gate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158A30-E2CB-F84F-1387-F5B53574F8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36132" y="3869214"/>
          <a:ext cx="10515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292779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477503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046079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238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264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4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979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28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7519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A6CC95-9B95-0E57-7698-0D2E722E9A6A}"/>
                  </a:ext>
                </a:extLst>
              </p:cNvPr>
              <p:cNvSpPr txBox="1"/>
              <p:nvPr/>
            </p:nvSpPr>
            <p:spPr>
              <a:xfrm>
                <a:off x="1346200" y="2122820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Condition</a:t>
                </a:r>
              </a:p>
              <a:p>
                <a:pPr>
                  <a:buNone/>
                </a:pPr>
                <a:r>
                  <a:rPr lang="en-IN" dirty="0"/>
                  <a:t>Output = 1 if </a:t>
                </a:r>
                <a:r>
                  <a:rPr lang="en-IN" b="1" dirty="0"/>
                  <a:t>any input is 1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Weights and Threshold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DA6CC95-9B95-0E57-7698-0D2E722E9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200" y="2122820"/>
                <a:ext cx="6096000" cy="1477328"/>
              </a:xfrm>
              <a:prstGeom prst="rect">
                <a:avLst/>
              </a:prstGeom>
              <a:blipFill>
                <a:blip r:embed="rId2"/>
                <a:stretch>
                  <a:fillRect l="-900" t="-20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685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CF8C-9382-0C19-72D8-8B33A2825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AND gate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4E6712-E21C-4E14-7255-68108A7784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3963102"/>
              </p:ext>
            </p:extLst>
          </p:nvPr>
        </p:nvGraphicFramePr>
        <p:xfrm>
          <a:off x="1236132" y="3869214"/>
          <a:ext cx="10515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292779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477503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046079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238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264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4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979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28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75197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1FE0AF-9FCA-F59C-B5DF-995B31B24264}"/>
                  </a:ext>
                </a:extLst>
              </p:cNvPr>
              <p:cNvSpPr txBox="1"/>
              <p:nvPr/>
            </p:nvSpPr>
            <p:spPr>
              <a:xfrm>
                <a:off x="1117598" y="2072322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Condition</a:t>
                </a:r>
              </a:p>
              <a:p>
                <a:pPr>
                  <a:buNone/>
                </a:pPr>
                <a:r>
                  <a:rPr lang="en-IN" dirty="0"/>
                  <a:t>Output = 1  </a:t>
                </a:r>
                <a:r>
                  <a:rPr lang="en-IN" b="1" dirty="0"/>
                  <a:t>only when both inputs are 1</a:t>
                </a:r>
                <a:endParaRPr lang="en-IN" dirty="0"/>
              </a:p>
              <a:p>
                <a:pPr>
                  <a:buNone/>
                </a:pPr>
                <a:r>
                  <a:rPr lang="en-IN" b="1" dirty="0"/>
                  <a:t>Weights and Threshold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1FE0AF-9FCA-F59C-B5DF-995B31B24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98" y="2072322"/>
                <a:ext cx="6096000" cy="1477328"/>
              </a:xfrm>
              <a:prstGeom prst="rect">
                <a:avLst/>
              </a:prstGeom>
              <a:blipFill>
                <a:blip r:embed="rId2"/>
                <a:stretch>
                  <a:fillRect l="-800" t="-2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C345AEC-B09C-90D7-B219-5A1C07FC2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16"/>
          <a:stretch>
            <a:fillRect/>
          </a:stretch>
        </p:blipFill>
        <p:spPr>
          <a:xfrm>
            <a:off x="7620406" y="730197"/>
            <a:ext cx="4131326" cy="29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4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55658-CBFF-FDDC-3666-9647F4E9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 NOT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AE9E77-BC07-A5EA-8BF5-F9BCAE4318CB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512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Condition</a:t>
                </a:r>
              </a:p>
              <a:p>
                <a:pPr>
                  <a:buNone/>
                </a:pPr>
                <a:r>
                  <a:rPr lang="en-IN" dirty="0"/>
                  <a:t>Output = 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ar-AE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9AE9E77-BC07-A5EA-8BF5-F9BCAE4318C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512209"/>
              </a:xfrm>
              <a:prstGeom prst="rect">
                <a:avLst/>
              </a:prstGeo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88D03AC-9882-87EA-18B2-C94F3D00D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1082676"/>
              </p:ext>
            </p:extLst>
          </p:nvPr>
        </p:nvGraphicFramePr>
        <p:xfrm>
          <a:off x="1236132" y="3869214"/>
          <a:ext cx="7886700" cy="10972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292779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046079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238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264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4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9797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82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211A9-FE3D-787F-A254-2FD58D707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7049-9F45-E152-571F-10AFBF3CB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NAND gate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74D0FE-2141-66DB-9BBD-7764ED28B5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480225"/>
              </p:ext>
            </p:extLst>
          </p:nvPr>
        </p:nvGraphicFramePr>
        <p:xfrm>
          <a:off x="1066800" y="4089847"/>
          <a:ext cx="105156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4292779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477503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0460791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238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7264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4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8979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128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57519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9E3A62-9D7B-C030-569A-4C57A72BE407}"/>
                  </a:ext>
                </a:extLst>
              </p:cNvPr>
              <p:cNvSpPr txBox="1"/>
              <p:nvPr/>
            </p:nvSpPr>
            <p:spPr>
              <a:xfrm>
                <a:off x="1303866" y="1511458"/>
                <a:ext cx="6096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Condition</a:t>
                </a:r>
              </a:p>
              <a:p>
                <a:pPr>
                  <a:buNone/>
                </a:pPr>
                <a:r>
                  <a:rPr lang="en-IN" dirty="0"/>
                  <a:t>Output = NOT(AND)</a:t>
                </a:r>
              </a:p>
              <a:p>
                <a:pPr>
                  <a:buNone/>
                </a:pPr>
                <a:r>
                  <a:rPr lang="en-IN" b="1" dirty="0"/>
                  <a:t>Weights and Threshold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ar-AE" b="0" i="1">
                          <a:latin typeface="Cambria Math" panose="02040503050406030204" pitchFamily="18" charset="0"/>
                        </a:rPr>
                        <m:t>  </m:t>
                      </m:r>
                      <m:sSub>
                        <m:sSub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b="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9E3A62-9D7B-C030-569A-4C57A72BE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866" y="1511458"/>
                <a:ext cx="6096000" cy="1477328"/>
              </a:xfrm>
              <a:prstGeom prst="rect">
                <a:avLst/>
              </a:prstGeom>
              <a:blipFill>
                <a:blip r:embed="rId2"/>
                <a:stretch>
                  <a:fillRect l="-900" t="-2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21688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519</TotalTime>
  <Words>342</Words>
  <Application>Microsoft Office PowerPoint</Application>
  <PresentationFormat>Widescreen</PresentationFormat>
  <Paragraphs>108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Gill Sans MT</vt:lpstr>
      <vt:lpstr>Gallery</vt:lpstr>
      <vt:lpstr>Soft Computing  Module II</vt:lpstr>
      <vt:lpstr>McCulloch-Pitt Neuron </vt:lpstr>
      <vt:lpstr>MP Neuron</vt:lpstr>
      <vt:lpstr>MP Neuron</vt:lpstr>
      <vt:lpstr>Activation functions</vt:lpstr>
      <vt:lpstr>Logic Gates using MP Neuron – Or gate </vt:lpstr>
      <vt:lpstr>AND gate </vt:lpstr>
      <vt:lpstr>Implement NOT </vt:lpstr>
      <vt:lpstr>NAND gate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Sreejith Rajan</dc:creator>
  <cp:lastModifiedBy>Sreejith Rajan</cp:lastModifiedBy>
  <cp:revision>1</cp:revision>
  <dcterms:created xsi:type="dcterms:W3CDTF">2026-02-01T18:51:50Z</dcterms:created>
  <dcterms:modified xsi:type="dcterms:W3CDTF">2026-02-03T04:19:17Z</dcterms:modified>
</cp:coreProperties>
</file>