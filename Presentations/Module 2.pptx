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4" r:id="rId6"/>
    <p:sldId id="261" r:id="rId7"/>
    <p:sldId id="260" r:id="rId8"/>
    <p:sldId id="263" r:id="rId9"/>
    <p:sldId id="262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2B46EC1-EB21-4C15-97B2-3568AED31981}" v="82" dt="2026-02-02T03:14:01.177"/>
  </p1510:revLst>
</p1510:revInfo>
</file>

<file path=ppt/tableStyles.xml><?xml version="1.0" encoding="utf-8"?>
<a:tblStyleLst xmlns:a="http://schemas.openxmlformats.org/drawingml/2006/main" def="{5C22544A-7EE6-4342-B048-85BDC9FD1C3A}"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90" d="100"/>
          <a:sy n="90" d="100"/>
        </p:scale>
        <p:origin x="370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17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reejith Rajan" userId="ec11bca0e4bee75f" providerId="LiveId" clId="{7B4F392D-EAB3-4CE7-903E-F84869825F47}"/>
    <pc:docChg chg="undo custSel addSld modSld sldOrd">
      <pc:chgData name="Sreejith Rajan" userId="ec11bca0e4bee75f" providerId="LiveId" clId="{7B4F392D-EAB3-4CE7-903E-F84869825F47}" dt="2026-02-02T03:27:13.268" v="545"/>
      <pc:docMkLst>
        <pc:docMk/>
      </pc:docMkLst>
      <pc:sldChg chg="modSp new mod">
        <pc:chgData name="Sreejith Rajan" userId="ec11bca0e4bee75f" providerId="LiveId" clId="{7B4F392D-EAB3-4CE7-903E-F84869825F47}" dt="2026-02-02T03:14:01.177" v="503"/>
        <pc:sldMkLst>
          <pc:docMk/>
          <pc:sldMk cId="603911378" sldId="256"/>
        </pc:sldMkLst>
        <pc:spChg chg="mod">
          <ac:chgData name="Sreejith Rajan" userId="ec11bca0e4bee75f" providerId="LiveId" clId="{7B4F392D-EAB3-4CE7-903E-F84869825F47}" dt="2026-02-02T03:14:01.177" v="503"/>
          <ac:spMkLst>
            <pc:docMk/>
            <pc:sldMk cId="603911378" sldId="256"/>
            <ac:spMk id="2" creationId="{B540A49A-ACB6-47C6-0C74-E9096ACD0F78}"/>
          </ac:spMkLst>
        </pc:spChg>
        <pc:spChg chg="mod">
          <ac:chgData name="Sreejith Rajan" userId="ec11bca0e4bee75f" providerId="LiveId" clId="{7B4F392D-EAB3-4CE7-903E-F84869825F47}" dt="2026-02-02T03:14:01.177" v="503"/>
          <ac:spMkLst>
            <pc:docMk/>
            <pc:sldMk cId="603911378" sldId="256"/>
            <ac:spMk id="3" creationId="{DEC85B3E-D67C-0C70-30CF-D174E8975A6F}"/>
          </ac:spMkLst>
        </pc:spChg>
      </pc:sldChg>
      <pc:sldChg chg="modSp new mod">
        <pc:chgData name="Sreejith Rajan" userId="ec11bca0e4bee75f" providerId="LiveId" clId="{7B4F392D-EAB3-4CE7-903E-F84869825F47}" dt="2026-02-02T03:14:16.999" v="505" actId="20577"/>
        <pc:sldMkLst>
          <pc:docMk/>
          <pc:sldMk cId="1837526696" sldId="257"/>
        </pc:sldMkLst>
        <pc:spChg chg="mod">
          <ac:chgData name="Sreejith Rajan" userId="ec11bca0e4bee75f" providerId="LiveId" clId="{7B4F392D-EAB3-4CE7-903E-F84869825F47}" dt="2026-02-02T03:14:01.177" v="503"/>
          <ac:spMkLst>
            <pc:docMk/>
            <pc:sldMk cId="1837526696" sldId="257"/>
            <ac:spMk id="2" creationId="{53392EF1-6BBD-AE74-FD3E-AF0AE89018A9}"/>
          </ac:spMkLst>
        </pc:spChg>
        <pc:spChg chg="mod">
          <ac:chgData name="Sreejith Rajan" userId="ec11bca0e4bee75f" providerId="LiveId" clId="{7B4F392D-EAB3-4CE7-903E-F84869825F47}" dt="2026-02-02T03:14:16.999" v="505" actId="20577"/>
          <ac:spMkLst>
            <pc:docMk/>
            <pc:sldMk cId="1837526696" sldId="257"/>
            <ac:spMk id="3" creationId="{AF8F19DF-6B02-6F2A-4BAE-9D9776DA745F}"/>
          </ac:spMkLst>
        </pc:spChg>
      </pc:sldChg>
      <pc:sldChg chg="addSp delSp modSp new mod">
        <pc:chgData name="Sreejith Rajan" userId="ec11bca0e4bee75f" providerId="LiveId" clId="{7B4F392D-EAB3-4CE7-903E-F84869825F47}" dt="2026-02-02T03:14:47.465" v="512" actId="14100"/>
        <pc:sldMkLst>
          <pc:docMk/>
          <pc:sldMk cId="3661447551" sldId="258"/>
        </pc:sldMkLst>
        <pc:spChg chg="mod">
          <ac:chgData name="Sreejith Rajan" userId="ec11bca0e4bee75f" providerId="LiveId" clId="{7B4F392D-EAB3-4CE7-903E-F84869825F47}" dt="2026-02-02T03:14:01.177" v="503"/>
          <ac:spMkLst>
            <pc:docMk/>
            <pc:sldMk cId="3661447551" sldId="258"/>
            <ac:spMk id="2" creationId="{756BFDCB-36DF-5B36-4635-E7B64E5BAC6A}"/>
          </ac:spMkLst>
        </pc:spChg>
        <pc:spChg chg="del mod">
          <ac:chgData name="Sreejith Rajan" userId="ec11bca0e4bee75f" providerId="LiveId" clId="{7B4F392D-EAB3-4CE7-903E-F84869825F47}" dt="2026-02-01T19:32:07.649" v="150" actId="931"/>
          <ac:spMkLst>
            <pc:docMk/>
            <pc:sldMk cId="3661447551" sldId="258"/>
            <ac:spMk id="3" creationId="{8646DD16-3819-EC49-5C83-3A62CD9AF934}"/>
          </ac:spMkLst>
        </pc:spChg>
        <pc:spChg chg="add del mod">
          <ac:chgData name="Sreejith Rajan" userId="ec11bca0e4bee75f" providerId="LiveId" clId="{7B4F392D-EAB3-4CE7-903E-F84869825F47}" dt="2026-02-01T19:49:41.906" v="226" actId="22"/>
          <ac:spMkLst>
            <pc:docMk/>
            <pc:sldMk cId="3661447551" sldId="258"/>
            <ac:spMk id="7" creationId="{7854B2A2-A5A6-9048-2486-F6ABCD0C41B6}"/>
          </ac:spMkLst>
        </pc:spChg>
        <pc:spChg chg="add mod">
          <ac:chgData name="Sreejith Rajan" userId="ec11bca0e4bee75f" providerId="LiveId" clId="{7B4F392D-EAB3-4CE7-903E-F84869825F47}" dt="2026-02-02T03:14:42.752" v="510" actId="1076"/>
          <ac:spMkLst>
            <pc:docMk/>
            <pc:sldMk cId="3661447551" sldId="258"/>
            <ac:spMk id="9" creationId="{C92A2DDE-1FDC-52AE-10DD-102601647208}"/>
          </ac:spMkLst>
        </pc:spChg>
        <pc:picChg chg="add mod ord">
          <ac:chgData name="Sreejith Rajan" userId="ec11bca0e4bee75f" providerId="LiveId" clId="{7B4F392D-EAB3-4CE7-903E-F84869825F47}" dt="2026-02-02T03:14:47.465" v="512" actId="14100"/>
          <ac:picMkLst>
            <pc:docMk/>
            <pc:sldMk cId="3661447551" sldId="258"/>
            <ac:picMk id="5" creationId="{9E506388-207F-28E7-F648-4F7BA0FDDDFB}"/>
          </ac:picMkLst>
        </pc:picChg>
      </pc:sldChg>
      <pc:sldChg chg="modSp new mod ord">
        <pc:chgData name="Sreejith Rajan" userId="ec11bca0e4bee75f" providerId="LiveId" clId="{7B4F392D-EAB3-4CE7-903E-F84869825F47}" dt="2026-02-02T03:27:13.268" v="545"/>
        <pc:sldMkLst>
          <pc:docMk/>
          <pc:sldMk cId="1870737155" sldId="259"/>
        </pc:sldMkLst>
        <pc:spChg chg="mod">
          <ac:chgData name="Sreejith Rajan" userId="ec11bca0e4bee75f" providerId="LiveId" clId="{7B4F392D-EAB3-4CE7-903E-F84869825F47}" dt="2026-02-02T03:14:01.177" v="503"/>
          <ac:spMkLst>
            <pc:docMk/>
            <pc:sldMk cId="1870737155" sldId="259"/>
            <ac:spMk id="2" creationId="{24FDEB66-DD13-B542-E4E8-59CB0D3440F9}"/>
          </ac:spMkLst>
        </pc:spChg>
        <pc:spChg chg="mod">
          <ac:chgData name="Sreejith Rajan" userId="ec11bca0e4bee75f" providerId="LiveId" clId="{7B4F392D-EAB3-4CE7-903E-F84869825F47}" dt="2026-02-02T03:14:01.177" v="503"/>
          <ac:spMkLst>
            <pc:docMk/>
            <pc:sldMk cId="1870737155" sldId="259"/>
            <ac:spMk id="3" creationId="{B31910F2-4FC3-32B8-E3E4-3A7ACA4CC308}"/>
          </ac:spMkLst>
        </pc:spChg>
      </pc:sldChg>
      <pc:sldChg chg="addSp delSp modSp new mod">
        <pc:chgData name="Sreejith Rajan" userId="ec11bca0e4bee75f" providerId="LiveId" clId="{7B4F392D-EAB3-4CE7-903E-F84869825F47}" dt="2026-02-02T03:14:01.177" v="503"/>
        <pc:sldMkLst>
          <pc:docMk/>
          <pc:sldMk cId="3690446718" sldId="260"/>
        </pc:sldMkLst>
        <pc:spChg chg="mod">
          <ac:chgData name="Sreejith Rajan" userId="ec11bca0e4bee75f" providerId="LiveId" clId="{7B4F392D-EAB3-4CE7-903E-F84869825F47}" dt="2026-02-02T03:14:01.177" v="503"/>
          <ac:spMkLst>
            <pc:docMk/>
            <pc:sldMk cId="3690446718" sldId="260"/>
            <ac:spMk id="2" creationId="{C6D0CF8C-9382-0C19-72D8-8B33A2825F05}"/>
          </ac:spMkLst>
        </pc:spChg>
        <pc:spChg chg="del mod">
          <ac:chgData name="Sreejith Rajan" userId="ec11bca0e4bee75f" providerId="LiveId" clId="{7B4F392D-EAB3-4CE7-903E-F84869825F47}" dt="2026-02-01T19:56:20.821" v="321"/>
          <ac:spMkLst>
            <pc:docMk/>
            <pc:sldMk cId="3690446718" sldId="260"/>
            <ac:spMk id="3" creationId="{7FACF48C-3396-7C39-7995-45A1DABD65C5}"/>
          </ac:spMkLst>
        </pc:spChg>
        <pc:spChg chg="add mod">
          <ac:chgData name="Sreejith Rajan" userId="ec11bca0e4bee75f" providerId="LiveId" clId="{7B4F392D-EAB3-4CE7-903E-F84869825F47}" dt="2026-02-01T19:59:01.211" v="358" actId="5793"/>
          <ac:spMkLst>
            <pc:docMk/>
            <pc:sldMk cId="3690446718" sldId="260"/>
            <ac:spMk id="6" creationId="{451FE0AF-9FCA-F59C-B5DF-995B31B24264}"/>
          </ac:spMkLst>
        </pc:spChg>
        <pc:spChg chg="add del mod">
          <ac:chgData name="Sreejith Rajan" userId="ec11bca0e4bee75f" providerId="LiveId" clId="{7B4F392D-EAB3-4CE7-903E-F84869825F47}" dt="2026-02-01T20:01:11.383" v="416" actId="478"/>
          <ac:spMkLst>
            <pc:docMk/>
            <pc:sldMk cId="3690446718" sldId="260"/>
            <ac:spMk id="8" creationId="{CA6507B6-CE1E-CD0C-B4BD-0759B36689D8}"/>
          </ac:spMkLst>
        </pc:spChg>
        <pc:graphicFrameChg chg="add del mod modGraphic">
          <ac:chgData name="Sreejith Rajan" userId="ec11bca0e4bee75f" providerId="LiveId" clId="{7B4F392D-EAB3-4CE7-903E-F84869825F47}" dt="2026-02-01T20:01:39.063" v="424" actId="20577"/>
          <ac:graphicFrameMkLst>
            <pc:docMk/>
            <pc:sldMk cId="3690446718" sldId="260"/>
            <ac:graphicFrameMk id="4" creationId="{5B4E6712-E21C-4E14-7255-68108A77842E}"/>
          </ac:graphicFrameMkLst>
        </pc:graphicFrameChg>
        <pc:graphicFrameChg chg="add mod">
          <ac:chgData name="Sreejith Rajan" userId="ec11bca0e4bee75f" providerId="LiveId" clId="{7B4F392D-EAB3-4CE7-903E-F84869825F47}" dt="2026-02-01T20:01:10.593" v="415"/>
          <ac:graphicFrameMkLst>
            <pc:docMk/>
            <pc:sldMk cId="3690446718" sldId="260"/>
            <ac:graphicFrameMk id="9" creationId="{9E13202C-B668-2FDD-0979-1F1851F70346}"/>
          </ac:graphicFrameMkLst>
        </pc:graphicFrameChg>
      </pc:sldChg>
      <pc:sldChg chg="addSp delSp modSp add mod ord">
        <pc:chgData name="Sreejith Rajan" userId="ec11bca0e4bee75f" providerId="LiveId" clId="{7B4F392D-EAB3-4CE7-903E-F84869825F47}" dt="2026-02-02T03:15:38.852" v="513" actId="1076"/>
        <pc:sldMkLst>
          <pc:docMk/>
          <pc:sldMk cId="2356853513" sldId="261"/>
        </pc:sldMkLst>
        <pc:spChg chg="mod">
          <ac:chgData name="Sreejith Rajan" userId="ec11bca0e4bee75f" providerId="LiveId" clId="{7B4F392D-EAB3-4CE7-903E-F84869825F47}" dt="2026-02-02T03:14:01.177" v="503"/>
          <ac:spMkLst>
            <pc:docMk/>
            <pc:sldMk cId="2356853513" sldId="261"/>
            <ac:spMk id="2" creationId="{9CA87DE6-9AB8-0636-0DD8-DA862C0C2C24}"/>
          </ac:spMkLst>
        </pc:spChg>
        <pc:spChg chg="add mod">
          <ac:chgData name="Sreejith Rajan" userId="ec11bca0e4bee75f" providerId="LiveId" clId="{7B4F392D-EAB3-4CE7-903E-F84869825F47}" dt="2026-02-02T03:15:38.852" v="513" actId="1076"/>
          <ac:spMkLst>
            <pc:docMk/>
            <pc:sldMk cId="2356853513" sldId="261"/>
            <ac:spMk id="5" creationId="{6DA6CC95-9B95-0E57-7698-0D2E722E9A6A}"/>
          </ac:spMkLst>
        </pc:spChg>
        <pc:spChg chg="del mod">
          <ac:chgData name="Sreejith Rajan" userId="ec11bca0e4bee75f" providerId="LiveId" clId="{7B4F392D-EAB3-4CE7-903E-F84869825F47}" dt="2026-02-01T19:59:44.001" v="398" actId="478"/>
          <ac:spMkLst>
            <pc:docMk/>
            <pc:sldMk cId="2356853513" sldId="261"/>
            <ac:spMk id="6" creationId="{E8518028-5F0A-8DF5-A4D0-F12F5BE4AB58}"/>
          </ac:spMkLst>
        </pc:spChg>
      </pc:sldChg>
      <pc:sldChg chg="addSp delSp modSp add mod">
        <pc:chgData name="Sreejith Rajan" userId="ec11bca0e4bee75f" providerId="LiveId" clId="{7B4F392D-EAB3-4CE7-903E-F84869825F47}" dt="2026-02-02T03:14:01.177" v="503"/>
        <pc:sldMkLst>
          <pc:docMk/>
          <pc:sldMk cId="540216883" sldId="262"/>
        </pc:sldMkLst>
        <pc:spChg chg="mod">
          <ac:chgData name="Sreejith Rajan" userId="ec11bca0e4bee75f" providerId="LiveId" clId="{7B4F392D-EAB3-4CE7-903E-F84869825F47}" dt="2026-02-02T03:14:01.177" v="503"/>
          <ac:spMkLst>
            <pc:docMk/>
            <pc:sldMk cId="540216883" sldId="262"/>
            <ac:spMk id="2" creationId="{42827049-9F45-E152-571F-10AFBF3CBAB0}"/>
          </ac:spMkLst>
        </pc:spChg>
        <pc:spChg chg="add mod">
          <ac:chgData name="Sreejith Rajan" userId="ec11bca0e4bee75f" providerId="LiveId" clId="{7B4F392D-EAB3-4CE7-903E-F84869825F47}" dt="2026-02-01T20:03:44.407" v="438" actId="5793"/>
          <ac:spMkLst>
            <pc:docMk/>
            <pc:sldMk cId="540216883" sldId="262"/>
            <ac:spMk id="5" creationId="{B29E3A62-9D7B-C030-569A-4C57A72BE407}"/>
          </ac:spMkLst>
        </pc:spChg>
        <pc:spChg chg="del">
          <ac:chgData name="Sreejith Rajan" userId="ec11bca0e4bee75f" providerId="LiveId" clId="{7B4F392D-EAB3-4CE7-903E-F84869825F47}" dt="2026-02-01T20:03:14.534" v="433" actId="478"/>
          <ac:spMkLst>
            <pc:docMk/>
            <pc:sldMk cId="540216883" sldId="262"/>
            <ac:spMk id="6" creationId="{781A312A-03B4-24F0-0CED-ACFDA6358FC0}"/>
          </ac:spMkLst>
        </pc:spChg>
        <pc:graphicFrameChg chg="mod modGraphic">
          <ac:chgData name="Sreejith Rajan" userId="ec11bca0e4bee75f" providerId="LiveId" clId="{7B4F392D-EAB3-4CE7-903E-F84869825F47}" dt="2026-02-01T20:05:22.046" v="452" actId="1076"/>
          <ac:graphicFrameMkLst>
            <pc:docMk/>
            <pc:sldMk cId="540216883" sldId="262"/>
            <ac:graphicFrameMk id="4" creationId="{A374D0FE-2141-66DB-9BBD-7764ED28B57C}"/>
          </ac:graphicFrameMkLst>
        </pc:graphicFrameChg>
      </pc:sldChg>
      <pc:sldChg chg="addSp delSp modSp new mod">
        <pc:chgData name="Sreejith Rajan" userId="ec11bca0e4bee75f" providerId="LiveId" clId="{7B4F392D-EAB3-4CE7-903E-F84869825F47}" dt="2026-02-02T03:14:01.177" v="503"/>
        <pc:sldMkLst>
          <pc:docMk/>
          <pc:sldMk cId="526822190" sldId="263"/>
        </pc:sldMkLst>
        <pc:spChg chg="mod">
          <ac:chgData name="Sreejith Rajan" userId="ec11bca0e4bee75f" providerId="LiveId" clId="{7B4F392D-EAB3-4CE7-903E-F84869825F47}" dt="2026-02-02T03:14:01.177" v="503"/>
          <ac:spMkLst>
            <pc:docMk/>
            <pc:sldMk cId="526822190" sldId="263"/>
            <ac:spMk id="2" creationId="{DE655658-CBFF-FDDC-3666-9647F4E9840B}"/>
          </ac:spMkLst>
        </pc:spChg>
        <pc:spChg chg="add del mod">
          <ac:chgData name="Sreejith Rajan" userId="ec11bca0e4bee75f" providerId="LiveId" clId="{7B4F392D-EAB3-4CE7-903E-F84869825F47}" dt="2026-02-02T03:11:59.232" v="475"/>
          <ac:spMkLst>
            <pc:docMk/>
            <pc:sldMk cId="526822190" sldId="263"/>
            <ac:spMk id="3" creationId="{2C73B16E-6D40-1C51-75DF-2EC032F3D59D}"/>
          </ac:spMkLst>
        </pc:spChg>
        <pc:spChg chg="add mod">
          <ac:chgData name="Sreejith Rajan" userId="ec11bca0e4bee75f" providerId="LiveId" clId="{7B4F392D-EAB3-4CE7-903E-F84869825F47}" dt="2026-02-02T03:11:50.019" v="474"/>
          <ac:spMkLst>
            <pc:docMk/>
            <pc:sldMk cId="526822190" sldId="263"/>
            <ac:spMk id="4" creationId="{5ACE6393-0233-261B-C66B-21A7BE23D74B}"/>
          </ac:spMkLst>
        </pc:spChg>
        <pc:spChg chg="add mod">
          <ac:chgData name="Sreejith Rajan" userId="ec11bca0e4bee75f" providerId="LiveId" clId="{7B4F392D-EAB3-4CE7-903E-F84869825F47}" dt="2026-02-02T03:13:27.595" v="499" actId="20577"/>
          <ac:spMkLst>
            <pc:docMk/>
            <pc:sldMk cId="526822190" sldId="263"/>
            <ac:spMk id="5" creationId="{A9AE9E77-BC07-A5EA-8BF5-F9BCAE4318CB}"/>
          </ac:spMkLst>
        </pc:spChg>
        <pc:graphicFrameChg chg="add mod modGraphic">
          <ac:chgData name="Sreejith Rajan" userId="ec11bca0e4bee75f" providerId="LiveId" clId="{7B4F392D-EAB3-4CE7-903E-F84869825F47}" dt="2026-02-02T03:13:16.086" v="492" actId="20577"/>
          <ac:graphicFrameMkLst>
            <pc:docMk/>
            <pc:sldMk cId="526822190" sldId="263"/>
            <ac:graphicFrameMk id="6" creationId="{788D03AC-9882-87EA-18B2-C94F3D00D886}"/>
          </ac:graphicFrameMkLst>
        </pc:graphicFrameChg>
      </pc:sldChg>
      <pc:sldChg chg="addSp delSp modSp new mod ord">
        <pc:chgData name="Sreejith Rajan" userId="ec11bca0e4bee75f" providerId="LiveId" clId="{7B4F392D-EAB3-4CE7-903E-F84869825F47}" dt="2026-02-02T03:26:53.001" v="543" actId="14100"/>
        <pc:sldMkLst>
          <pc:docMk/>
          <pc:sldMk cId="927649521" sldId="264"/>
        </pc:sldMkLst>
        <pc:spChg chg="mod">
          <ac:chgData name="Sreejith Rajan" userId="ec11bca0e4bee75f" providerId="LiveId" clId="{7B4F392D-EAB3-4CE7-903E-F84869825F47}" dt="2026-02-02T03:26:48.345" v="542" actId="20577"/>
          <ac:spMkLst>
            <pc:docMk/>
            <pc:sldMk cId="927649521" sldId="264"/>
            <ac:spMk id="2" creationId="{16EF1BCC-782F-B245-B9E2-3C007CA7E33A}"/>
          </ac:spMkLst>
        </pc:spChg>
        <pc:spChg chg="del">
          <ac:chgData name="Sreejith Rajan" userId="ec11bca0e4bee75f" providerId="LiveId" clId="{7B4F392D-EAB3-4CE7-903E-F84869825F47}" dt="2026-02-02T03:26:25.534" v="517" actId="931"/>
          <ac:spMkLst>
            <pc:docMk/>
            <pc:sldMk cId="927649521" sldId="264"/>
            <ac:spMk id="3" creationId="{E90D9CAF-F3D1-78CF-36A2-DE55DF45DBE4}"/>
          </ac:spMkLst>
        </pc:spChg>
        <pc:picChg chg="add mod ord">
          <ac:chgData name="Sreejith Rajan" userId="ec11bca0e4bee75f" providerId="LiveId" clId="{7B4F392D-EAB3-4CE7-903E-F84869825F47}" dt="2026-02-02T03:26:53.001" v="543" actId="14100"/>
          <ac:picMkLst>
            <pc:docMk/>
            <pc:sldMk cId="927649521" sldId="264"/>
            <ac:picMk id="5" creationId="{9AB949B9-00CA-9DEB-E422-B332FE54EB8C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CAE00EF-CD69-4850-ACCB-29501268C955}" type="datetimeFigureOut">
              <a:rPr lang="en-IN" smtClean="0"/>
              <a:t>02-02-2026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211E52D-65F3-4B14-A6F7-25F3F277FD7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727764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211E52D-65F3-4B14-A6F7-25F3F277FD7E}" type="slidenum">
              <a:rPr lang="en-IN" smtClean="0"/>
              <a:t>3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4843363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417779" y="802298"/>
            <a:ext cx="8637073" cy="2541431"/>
          </a:xfrm>
        </p:spPr>
        <p:txBody>
          <a:bodyPr bIns="0" anchor="b">
            <a:normAutofit/>
          </a:bodyPr>
          <a:lstStyle>
            <a:lvl1pPr algn="l">
              <a:defRPr sz="6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417780" y="3531204"/>
            <a:ext cx="8637072" cy="977621"/>
          </a:xfrm>
        </p:spPr>
        <p:txBody>
          <a:bodyPr tIns="91440" bIns="91440">
            <a:normAutofit/>
          </a:bodyPr>
          <a:lstStyle>
            <a:lvl1pPr marL="0" indent="0" algn="l">
              <a:buNone/>
              <a:defRPr sz="1800" b="0" cap="all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46FAF-DF1E-4AE8-928A-465CBC50624C}" type="datetimeFigureOut">
              <a:rPr lang="en-IN" smtClean="0"/>
              <a:t>02-02-2026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416500" y="329307"/>
            <a:ext cx="4973915" cy="309201"/>
          </a:xfrm>
        </p:spPr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437664" y="798973"/>
            <a:ext cx="811019" cy="503578"/>
          </a:xfrm>
        </p:spPr>
        <p:txBody>
          <a:bodyPr/>
          <a:lstStyle/>
          <a:p>
            <a:fld id="{D066C09A-7212-4881-AEDF-56AC4BE68C9E}" type="slidenum">
              <a:rPr lang="en-IN" smtClean="0"/>
              <a:t>‹#›</a:t>
            </a:fld>
            <a:endParaRPr lang="en-IN"/>
          </a:p>
        </p:txBody>
      </p:sp>
      <p:cxnSp>
        <p:nvCxnSpPr>
          <p:cNvPr id="15" name="Straight Connector 14"/>
          <p:cNvCxnSpPr/>
          <p:nvPr/>
        </p:nvCxnSpPr>
        <p:spPr>
          <a:xfrm>
            <a:off x="2417780" y="3528542"/>
            <a:ext cx="863707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116187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46FAF-DF1E-4AE8-928A-465CBC50624C}" type="datetimeFigureOut">
              <a:rPr lang="en-IN" smtClean="0"/>
              <a:t>02-02-2026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6C09A-7212-4881-AEDF-56AC4BE68C9E}" type="slidenum">
              <a:rPr lang="en-IN" smtClean="0"/>
              <a:t>‹#›</a:t>
            </a:fld>
            <a:endParaRPr lang="en-IN"/>
          </a:p>
        </p:txBody>
      </p:sp>
      <p:cxnSp>
        <p:nvCxnSpPr>
          <p:cNvPr id="33" name="Straight Connector 32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915816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4239" y="1756130"/>
            <a:ext cx="8643154" cy="1887950"/>
          </a:xfrm>
        </p:spPr>
        <p:txBody>
          <a:bodyPr anchor="b">
            <a:normAutofit/>
          </a:bodyPr>
          <a:lstStyle>
            <a:lvl1pPr algn="l"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4239" y="3806195"/>
            <a:ext cx="8630446" cy="1012929"/>
          </a:xfrm>
        </p:spPr>
        <p:txBody>
          <a:bodyPr tIns="91440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46FAF-DF1E-4AE8-928A-465CBC50624C}" type="datetimeFigureOut">
              <a:rPr lang="en-IN" smtClean="0"/>
              <a:t>02-02-2026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6C09A-7212-4881-AEDF-56AC4BE68C9E}" type="slidenum">
              <a:rPr lang="en-IN" smtClean="0"/>
              <a:t>‹#›</a:t>
            </a:fld>
            <a:endParaRPr lang="en-IN"/>
          </a:p>
        </p:txBody>
      </p:sp>
      <p:cxnSp>
        <p:nvCxnSpPr>
          <p:cNvPr id="15" name="Straight Connector 14"/>
          <p:cNvCxnSpPr/>
          <p:nvPr/>
        </p:nvCxnSpPr>
        <p:spPr>
          <a:xfrm>
            <a:off x="1454239" y="3804985"/>
            <a:ext cx="8630446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001435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9217" y="804889"/>
            <a:ext cx="9605635" cy="105930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47331" y="2010878"/>
            <a:ext cx="4645152" cy="344859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13771" y="2017343"/>
            <a:ext cx="4645152" cy="344152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46FAF-DF1E-4AE8-928A-465CBC50624C}" type="datetimeFigureOut">
              <a:rPr lang="en-IN" smtClean="0"/>
              <a:t>02-02-2026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6C09A-7212-4881-AEDF-56AC4BE68C9E}" type="slidenum">
              <a:rPr lang="en-IN" smtClean="0"/>
              <a:t>‹#›</a:t>
            </a:fld>
            <a:endParaRPr lang="en-IN"/>
          </a:p>
        </p:txBody>
      </p:sp>
      <p:cxnSp>
        <p:nvCxnSpPr>
          <p:cNvPr id="35" name="Straight Connector 3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330864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7191" y="804163"/>
            <a:ext cx="9607661" cy="10563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47191" y="2019549"/>
            <a:ext cx="4645152" cy="801943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47191" y="2824269"/>
            <a:ext cx="4645152" cy="26444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12362" y="2023003"/>
            <a:ext cx="4645152" cy="802237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12362" y="2821491"/>
            <a:ext cx="4645152" cy="263737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46FAF-DF1E-4AE8-928A-465CBC50624C}" type="datetimeFigureOut">
              <a:rPr lang="en-IN" smtClean="0"/>
              <a:t>02-02-2026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6C09A-7212-4881-AEDF-56AC4BE68C9E}" type="slidenum">
              <a:rPr lang="en-IN" smtClean="0"/>
              <a:t>‹#›</a:t>
            </a:fld>
            <a:endParaRPr lang="en-IN"/>
          </a:p>
        </p:txBody>
      </p:sp>
      <p:cxnSp>
        <p:nvCxnSpPr>
          <p:cNvPr id="29" name="Straight Connector 28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212626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46FAF-DF1E-4AE8-928A-465CBC50624C}" type="datetimeFigureOut">
              <a:rPr lang="en-IN" smtClean="0"/>
              <a:t>02-02-2026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6C09A-7212-4881-AEDF-56AC4BE68C9E}" type="slidenum">
              <a:rPr lang="en-IN" smtClean="0"/>
              <a:t>‹#›</a:t>
            </a:fld>
            <a:endParaRPr lang="en-IN"/>
          </a:p>
        </p:txBody>
      </p:sp>
      <p:cxnSp>
        <p:nvCxnSpPr>
          <p:cNvPr id="25" name="Straight Connector 2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6192941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46FAF-DF1E-4AE8-928A-465CBC50624C}" type="datetimeFigureOut">
              <a:rPr lang="en-IN" smtClean="0"/>
              <a:t>02-02-2026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6C09A-7212-4881-AEDF-56AC4BE68C9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700543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4671" y="798973"/>
            <a:ext cx="3273099" cy="2247117"/>
          </a:xfrm>
        </p:spPr>
        <p:txBody>
          <a:bodyPr anchor="b">
            <a:normAutofit/>
          </a:bodyPr>
          <a:lstStyle>
            <a:lvl1pPr algn="l"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43714" y="798974"/>
            <a:ext cx="6012470" cy="4658826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44671" y="3205491"/>
            <a:ext cx="3275013" cy="2248181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46FAF-DF1E-4AE8-928A-465CBC50624C}" type="datetimeFigureOut">
              <a:rPr lang="en-IN" smtClean="0"/>
              <a:t>02-02-2026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6C09A-7212-4881-AEDF-56AC4BE68C9E}" type="slidenum">
              <a:rPr lang="en-IN" smtClean="0"/>
              <a:t>‹#›</a:t>
            </a:fld>
            <a:endParaRPr lang="en-IN"/>
          </a:p>
        </p:txBody>
      </p:sp>
      <p:cxnSp>
        <p:nvCxnSpPr>
          <p:cNvPr id="17" name="Straight Connector 16"/>
          <p:cNvCxnSpPr/>
          <p:nvPr/>
        </p:nvCxnSpPr>
        <p:spPr>
          <a:xfrm>
            <a:off x="1448280" y="3205491"/>
            <a:ext cx="3269490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121936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7477387" y="482170"/>
            <a:ext cx="4074533" cy="5149101"/>
            <a:chOff x="7477387" y="482170"/>
            <a:chExt cx="4074533" cy="5149101"/>
          </a:xfrm>
        </p:grpSpPr>
        <p:sp>
          <p:nvSpPr>
            <p:cNvPr id="18" name="Rectangle 17"/>
            <p:cNvSpPr/>
            <p:nvPr/>
          </p:nvSpPr>
          <p:spPr bwMode="black">
            <a:xfrm>
              <a:off x="7477387" y="482170"/>
              <a:ext cx="4074533" cy="5149101"/>
            </a:xfrm>
            <a:prstGeom prst="rect">
              <a:avLst/>
            </a:prstGeom>
            <a:gradFill>
              <a:gsLst>
                <a:gs pos="0">
                  <a:srgbClr val="000001"/>
                </a:gs>
                <a:gs pos="100000">
                  <a:srgbClr val="191919"/>
                </a:gs>
              </a:gsLst>
            </a:gradFill>
            <a:ln w="76200" cmpd="sng">
              <a:noFill/>
              <a:miter lim="800000"/>
            </a:ln>
            <a:effectLst>
              <a:outerShdw blurRad="127000" dist="228600" dir="4740000" sx="98000" sy="98000" algn="tl" rotWithShape="0">
                <a:srgbClr val="000000">
                  <a:alpha val="34000"/>
                </a:srgbClr>
              </a:outerShdw>
            </a:effectLst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Rectangle 18"/>
            <p:cNvSpPr/>
            <p:nvPr/>
          </p:nvSpPr>
          <p:spPr bwMode="blackWhite">
            <a:xfrm>
              <a:off x="7790446" y="812506"/>
              <a:ext cx="3450289" cy="4466452"/>
            </a:xfrm>
            <a:prstGeom prst="rect">
              <a:avLst/>
            </a:prstGeom>
            <a:gradFill>
              <a:gsLst>
                <a:gs pos="0">
                  <a:srgbClr val="DADADA"/>
                </a:gs>
                <a:gs pos="100000">
                  <a:srgbClr val="FFFFFE"/>
                </a:gs>
              </a:gsLst>
              <a:lin ang="16200000" scaled="0"/>
            </a:gradFill>
            <a:ln w="50800" cmpd="sng">
              <a:solidFill>
                <a:srgbClr val="191919"/>
              </a:solidFill>
              <a:miter lim="800000"/>
            </a:ln>
            <a:effectLst>
              <a:innerShdw blurRad="63500" dist="88900" dir="14100000">
                <a:srgbClr val="000000">
                  <a:alpha val="30000"/>
                </a:srgbClr>
              </a:innerShdw>
            </a:effectLst>
            <a:scene3d>
              <a:camera prst="orthographicFront"/>
              <a:lightRig rig="threePt" dir="t"/>
            </a:scene3d>
            <a:sp3d>
              <a:bevelT prst="relaxedInse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1206" y="1129513"/>
            <a:ext cx="5532328" cy="1830584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124389" y="1122542"/>
            <a:ext cx="2791171" cy="3866327"/>
          </a:xfrm>
          <a:solidFill>
            <a:schemeClr val="bg1">
              <a:lumMod val="85000"/>
            </a:schemeClr>
          </a:solidFill>
          <a:ln w="9525" cap="sq">
            <a:noFill/>
            <a:miter lim="800000"/>
          </a:ln>
          <a:effectLst/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50329" y="3145992"/>
            <a:ext cx="5524404" cy="2003742"/>
          </a:xfrm>
        </p:spPr>
        <p:txBody>
          <a:bodyPr>
            <a:normAutofit/>
          </a:bodyPr>
          <a:lstStyle>
            <a:lvl1pPr marL="0" indent="0" algn="l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447382" y="5469856"/>
            <a:ext cx="5527351" cy="320123"/>
          </a:xfrm>
        </p:spPr>
        <p:txBody>
          <a:bodyPr/>
          <a:lstStyle>
            <a:lvl1pPr algn="l">
              <a:defRPr/>
            </a:lvl1pPr>
          </a:lstStyle>
          <a:p>
            <a:fld id="{B4A46FAF-DF1E-4AE8-928A-465CBC50624C}" type="datetimeFigureOut">
              <a:rPr lang="en-IN" smtClean="0"/>
              <a:t>02-02-2026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447382" y="318640"/>
            <a:ext cx="5541004" cy="320931"/>
          </a:xfrm>
        </p:spPr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6C09A-7212-4881-AEDF-56AC4BE68C9E}" type="slidenum">
              <a:rPr lang="en-IN" smtClean="0"/>
              <a:t>‹#›</a:t>
            </a:fld>
            <a:endParaRPr lang="en-IN"/>
          </a:p>
        </p:txBody>
      </p:sp>
      <p:cxnSp>
        <p:nvCxnSpPr>
          <p:cNvPr id="31" name="Straight Connector 30"/>
          <p:cNvCxnSpPr/>
          <p:nvPr/>
        </p:nvCxnSpPr>
        <p:spPr>
          <a:xfrm>
            <a:off x="1447382" y="3143605"/>
            <a:ext cx="5527351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810815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46FAF-DF1E-4AE8-928A-465CBC50624C}" type="datetimeFigureOut">
              <a:rPr lang="en-IN" smtClean="0"/>
              <a:t>02-02-2026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6C09A-7212-4881-AEDF-56AC4BE68C9E}" type="slidenum">
              <a:rPr lang="en-IN" smtClean="0"/>
              <a:t>‹#›</a:t>
            </a:fld>
            <a:endParaRPr lang="en-IN"/>
          </a:p>
        </p:txBody>
      </p:sp>
      <p:cxnSp>
        <p:nvCxnSpPr>
          <p:cNvPr id="26" name="Straight Connector 25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854193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39111" y="798973"/>
            <a:ext cx="1615742" cy="465988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44672" y="798973"/>
            <a:ext cx="7828830" cy="465988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46FAF-DF1E-4AE8-928A-465CBC50624C}" type="datetimeFigureOut">
              <a:rPr lang="en-IN" smtClean="0"/>
              <a:t>02-02-2026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6C09A-7212-4881-AEDF-56AC4BE68C9E}" type="slidenum">
              <a:rPr lang="en-IN" smtClean="0"/>
              <a:t>‹#›</a:t>
            </a:fld>
            <a:endParaRPr lang="en-IN"/>
          </a:p>
        </p:txBody>
      </p:sp>
      <p:cxnSp>
        <p:nvCxnSpPr>
          <p:cNvPr id="15" name="Straight Connector 14"/>
          <p:cNvCxnSpPr/>
          <p:nvPr/>
        </p:nvCxnSpPr>
        <p:spPr>
          <a:xfrm>
            <a:off x="9439111" y="798973"/>
            <a:ext cx="0" cy="4659889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400522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1579" y="2015732"/>
            <a:ext cx="9603275" cy="345061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54138" y="330370"/>
            <a:ext cx="3500715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4A46FAF-DF1E-4AE8-928A-465CBC50624C}" type="datetimeFigureOut">
              <a:rPr lang="en-IN" smtClean="0"/>
              <a:t>02-02-2026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451579" y="329307"/>
            <a:ext cx="5938836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0060" y="798973"/>
            <a:ext cx="811019" cy="503578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2800">
                <a:solidFill>
                  <a:schemeClr val="accent1"/>
                </a:solidFill>
              </a:defRPr>
            </a:lvl1pPr>
          </a:lstStyle>
          <a:p>
            <a:fld id="{D066C09A-7212-4881-AEDF-56AC4BE68C9E}" type="slidenum">
              <a:rPr lang="en-IN" smtClean="0"/>
              <a:t>‹#›</a:t>
            </a:fld>
            <a:endParaRPr lang="en-IN"/>
          </a:p>
        </p:txBody>
      </p:sp>
      <p:cxnSp>
        <p:nvCxnSpPr>
          <p:cNvPr id="10" name="Straight Connector 9"/>
          <p:cNvCxnSpPr/>
          <p:nvPr/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630284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0" i="0" kern="1200" cap="all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2000" kern="12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8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600" kern="120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4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40A49A-ACB6-47C6-0C74-E9096ACD0F7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IN" dirty="0"/>
              <a:t>Soft Computing </a:t>
            </a:r>
            <a:br>
              <a:rPr lang="en-IN" dirty="0"/>
            </a:br>
            <a:r>
              <a:rPr lang="en-IN" dirty="0"/>
              <a:t>Module II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EC85B3E-D67C-0C70-30CF-D174E8975A6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IN" dirty="0"/>
              <a:t>Dr. Sreejith Rajan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039113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392EF1-6BBD-AE74-FD3E-AF0AE89018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McCulloch-Pitt Neuron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8F19DF-6B02-6F2A-4BAE-9D9776DA74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 McCulloch–Pitts Neuron Model was formulated in the year by Warren Mc</a:t>
            </a:r>
          </a:p>
          <a:p>
            <a:pPr marL="0" indent="0">
              <a:buNone/>
            </a:pPr>
            <a:r>
              <a:rPr lang="en-US" dirty="0"/>
              <a:t>   Culloch and Walter Pitts in the year 1943.</a:t>
            </a:r>
          </a:p>
          <a:p>
            <a:r>
              <a:rPr lang="en-US" dirty="0"/>
              <a:t>It is </a:t>
            </a:r>
            <a:r>
              <a:rPr lang="en-US" dirty="0" err="1"/>
              <a:t>characterised</a:t>
            </a:r>
            <a:r>
              <a:rPr lang="en-US" dirty="0"/>
              <a:t> by its formalism, elegant and precise mathematical definition.</a:t>
            </a:r>
          </a:p>
          <a:p>
            <a:r>
              <a:rPr lang="en-US" dirty="0"/>
              <a:t>The neuron allows only the binary states i.e., ‘0’s and ‘1’s, so it is called as a</a:t>
            </a:r>
          </a:p>
          <a:p>
            <a:pPr marL="0" indent="0">
              <a:buNone/>
            </a:pPr>
            <a:r>
              <a:rPr lang="en-US" dirty="0"/>
              <a:t>   binary activated neuron.</a:t>
            </a:r>
          </a:p>
          <a:p>
            <a:r>
              <a:rPr lang="en-US" dirty="0"/>
              <a:t>These neurons are connected by direct weighted path. The connected path can be excitatory or inhibitory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375266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6BFDCB-36DF-5B36-4635-E7B64E5BAC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MP Neuron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9E506388-207F-28E7-F648-4F7BA0FDDDF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0867" y="1853754"/>
            <a:ext cx="7611533" cy="4231587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C92A2DDE-1FDC-52AE-10DD-102601647208}"/>
                  </a:ext>
                </a:extLst>
              </p:cNvPr>
              <p:cNvSpPr txBox="1"/>
              <p:nvPr/>
            </p:nvSpPr>
            <p:spPr>
              <a:xfrm>
                <a:off x="8423167" y="1853754"/>
                <a:ext cx="3607966" cy="209518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buNone/>
                </a:pPr>
                <a:br>
                  <a:rPr lang="en-IN" dirty="0"/>
                </a:br>
                <a:endParaRPr lang="en-IN" dirty="0"/>
              </a:p>
              <a:p>
                <a:pPr>
                  <a:buNone/>
                </a:pPr>
                <a:r>
                  <a:rPr lang="en-IN" b="1" dirty="0"/>
                  <a:t>MP Neuron Model</a:t>
                </a:r>
              </a:p>
              <a:p>
                <a:pPr>
                  <a:buNone/>
                </a:pPr>
                <a:r>
                  <a:rPr lang="en-IN" dirty="0"/>
                  <a:t>An MP neuron works on </a:t>
                </a:r>
                <a:r>
                  <a:rPr lang="en-IN" b="1" dirty="0"/>
                  <a:t>threshold logic</a:t>
                </a:r>
                <a:r>
                  <a:rPr lang="en-IN" dirty="0"/>
                  <a:t>:</a:t>
                </a:r>
              </a:p>
              <a:p>
                <a:pPr>
                  <a:buNone/>
                </a:pPr>
                <a:r>
                  <a:rPr lang="en-IN" dirty="0"/>
                  <a:t>a </a:t>
                </a:r>
                <a14:m>
                  <m:oMath xmlns:m="http://schemas.openxmlformats.org/officeDocument/2006/math">
                    <m:r>
                      <a:rPr lang="en-IN" i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plcHide m:val="on"/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a:rPr lang="ar-AE" i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m:rPr>
                                  <m:nor/>
                                </m:rPr>
                                <a:rPr lang="en-IN" b="0" i="1">
                                  <a:latin typeface="Cambria Math" panose="02040503050406030204" pitchFamily="18" charset="0"/>
                                </a:rPr>
                                <m:t>if</m:t>
                              </m:r>
                              <m:r>
                                <m:rPr>
                                  <m:nor/>
                                </m:rPr>
                                <a:rPr lang="en-IN" b="0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IN" b="0" i="1" smtClean="0">
                                  <a:latin typeface="Cambria Math" panose="02040503050406030204" pitchFamily="18" charset="0"/>
                                </a:rPr>
                                <m:t>   </m:t>
                              </m:r>
                              <m:nary>
                                <m:naryPr>
                                  <m:chr m:val="∑"/>
                                  <m:grow m:val="on"/>
                                  <m:subHide m:val="on"/>
                                  <m:supHide m:val="on"/>
                                  <m:ctrlPr>
                                    <a:rPr lang="ar-AE" b="0" i="1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/>
                                <m:sup/>
                                <m:e>
                                  <m:sSub>
                                    <m:sSubPr>
                                      <m:ctrlPr>
                                        <a:rPr lang="ar-AE" b="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ar-AE" b="0" i="1">
                                          <a:latin typeface="Cambria Math" panose="02040503050406030204" pitchFamily="18" charset="0"/>
                                        </a:rPr>
                                        <m:t>𝑤</m:t>
                                      </m:r>
                                    </m:e>
                                    <m:sub>
                                      <m:r>
                                        <a:rPr lang="ar-AE" b="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nary>
                              <m:sSub>
                                <m:sSubPr>
                                  <m:ctrlPr>
                                    <a:rPr lang="ar-AE" b="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 b="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ar-AE" b="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ar-AE" b="0" i="0">
                                  <a:latin typeface="Cambria Math" panose="02040503050406030204" pitchFamily="18" charset="0"/>
                                </a:rPr>
                                <m:t>≥</m:t>
                              </m:r>
                              <m:r>
                                <a:rPr lang="ar-AE" b="0" i="1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mr>
                          <m:mr>
                            <m:e>
                              <m:r>
                                <a:rPr lang="ar-AE" b="0" i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IN" b="0" i="1" smtClean="0">
                                  <a:latin typeface="Cambria Math" panose="02040503050406030204" pitchFamily="18" charset="0"/>
                                </a:rPr>
                                <m:t>   </m:t>
                              </m:r>
                              <m:r>
                                <m:rPr>
                                  <m:nor/>
                                </m:rPr>
                                <a:rPr lang="en-IN" b="0" i="1">
                                  <a:latin typeface="Cambria Math" panose="02040503050406030204" pitchFamily="18" charset="0"/>
                                </a:rPr>
                                <m:t>otherwise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lang="ar-AE" b="0" dirty="0"/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C92A2DDE-1FDC-52AE-10DD-1026016472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23167" y="1853754"/>
                <a:ext cx="3607966" cy="2095189"/>
              </a:xfrm>
              <a:prstGeom prst="rect">
                <a:avLst/>
              </a:prstGeom>
              <a:blipFill>
                <a:blip r:embed="rId4"/>
                <a:stretch>
                  <a:fillRect l="-1520" r="-1351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614475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FDEB66-DD13-B542-E4E8-59CB0D3440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MP Neuron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1910F2-4FC3-32B8-E3E4-3A7ACA4CC3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 Excitatory connections have positive weights and inhibitory connections have negative weights.</a:t>
            </a:r>
          </a:p>
          <a:p>
            <a:r>
              <a:rPr lang="en-US" dirty="0"/>
              <a:t>The neuron is associated with the Threshold value. </a:t>
            </a:r>
          </a:p>
          <a:p>
            <a:r>
              <a:rPr lang="en-US" dirty="0"/>
              <a:t>The neuron fires if the net input to the neuron is greater than the Threshold.</a:t>
            </a:r>
          </a:p>
          <a:p>
            <a:r>
              <a:rPr lang="en-US" dirty="0"/>
              <a:t>The threshold is set so that the inhibition is absolute, because the non-zero inhibitory output will prevent the neuron from firing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707371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EF1BCC-782F-B245-B9E2-3C007CA7E3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92312" y="279901"/>
            <a:ext cx="9603275" cy="1049235"/>
          </a:xfrm>
        </p:spPr>
        <p:txBody>
          <a:bodyPr/>
          <a:lstStyle/>
          <a:p>
            <a:r>
              <a:rPr lang="en-IN" dirty="0"/>
              <a:t>Activation functions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9AB949B9-00CA-9DEB-E422-B332FE54EB8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40556" y="819695"/>
            <a:ext cx="9603275" cy="52337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764952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43718A-DA14-6B7D-27A0-D12C269A3E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A87DE6-9AB8-0636-0DD8-DA862C0C2C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Logic Gates using MP Neuron – Or gate 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69158A30-E2CB-F84F-1387-F5B53574F892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1236132" y="3869214"/>
          <a:ext cx="10515600" cy="1828800"/>
        </p:xfrm>
        <a:graphic>
          <a:graphicData uri="http://schemas.openxmlformats.org/drawingml/2006/table">
            <a:tbl>
              <a:tblPr>
                <a:tableStyleId>{3C2FFA5D-87B4-456A-9821-1D502468CF0F}</a:tableStyleId>
              </a:tblPr>
              <a:tblGrid>
                <a:gridCol w="2628900">
                  <a:extLst>
                    <a:ext uri="{9D8B030D-6E8A-4147-A177-3AD203B41FA5}">
                      <a16:colId xmlns:a16="http://schemas.microsoft.com/office/drawing/2014/main" val="1429277947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1947750376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1704607919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163238185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x₁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x₂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Output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Net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3726428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34474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5897977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312870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35751975"/>
                  </a:ext>
                </a:extLst>
              </a:tr>
            </a:tbl>
          </a:graphicData>
        </a:graphic>
      </p:graphicFrame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DA6CC95-9B95-0E57-7698-0D2E722E9A6A}"/>
                  </a:ext>
                </a:extLst>
              </p:cNvPr>
              <p:cNvSpPr txBox="1"/>
              <p:nvPr/>
            </p:nvSpPr>
            <p:spPr>
              <a:xfrm>
                <a:off x="1346200" y="2122820"/>
                <a:ext cx="6096000" cy="147732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buNone/>
                </a:pPr>
                <a:r>
                  <a:rPr lang="en-IN" b="1" dirty="0"/>
                  <a:t>Condition</a:t>
                </a:r>
              </a:p>
              <a:p>
                <a:pPr>
                  <a:buNone/>
                </a:pPr>
                <a:r>
                  <a:rPr lang="en-IN" dirty="0"/>
                  <a:t>Output = 1 if </a:t>
                </a:r>
                <a:r>
                  <a:rPr lang="en-IN" b="1" dirty="0"/>
                  <a:t>any input is 1</a:t>
                </a:r>
                <a:endParaRPr lang="en-IN" dirty="0"/>
              </a:p>
              <a:p>
                <a:pPr>
                  <a:buNone/>
                </a:pPr>
                <a:r>
                  <a:rPr lang="en-IN" b="1" dirty="0"/>
                  <a:t>Weights and Threshold</a:t>
                </a: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AE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ar-AE" i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ar-AE" i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 i="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ar-AE" i="0">
                          <a:latin typeface="Cambria Math" panose="02040503050406030204" pitchFamily="18" charset="0"/>
                        </a:rPr>
                        <m:t>,</m:t>
                      </m:r>
                      <m:r>
                        <m:rPr>
                          <m:nor/>
                        </m:rPr>
                        <a:rPr lang="ar-AE" b="0" i="1">
                          <a:latin typeface="Cambria Math" panose="02040503050406030204" pitchFamily="18" charset="0"/>
                        </a:rPr>
                        <m:t>  </m:t>
                      </m:r>
                      <m:sSub>
                        <m:sSubPr>
                          <m:ctrlPr>
                            <a:rPr lang="ar-AE" b="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b="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ar-AE" b="0" i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ar-AE" b="0" i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 b="0" i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ar-AE" dirty="0"/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ar-AE" i="1"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ar-AE" i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 i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ar-AE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DA6CC95-9B95-0E57-7698-0D2E722E9A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46200" y="2122820"/>
                <a:ext cx="6096000" cy="1477328"/>
              </a:xfrm>
              <a:prstGeom prst="rect">
                <a:avLst/>
              </a:prstGeom>
              <a:blipFill>
                <a:blip r:embed="rId2"/>
                <a:stretch>
                  <a:fillRect l="-900" t="-2058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568535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D0CF8C-9382-0C19-72D8-8B33A2825F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AND gate 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5B4E6712-E21C-4E14-7255-68108A77842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887556970"/>
              </p:ext>
            </p:extLst>
          </p:nvPr>
        </p:nvGraphicFramePr>
        <p:xfrm>
          <a:off x="1236132" y="3869214"/>
          <a:ext cx="10515600" cy="1828800"/>
        </p:xfrm>
        <a:graphic>
          <a:graphicData uri="http://schemas.openxmlformats.org/drawingml/2006/table">
            <a:tbl>
              <a:tblPr>
                <a:tableStyleId>{3C2FFA5D-87B4-456A-9821-1D502468CF0F}</a:tableStyleId>
              </a:tblPr>
              <a:tblGrid>
                <a:gridCol w="2628900">
                  <a:extLst>
                    <a:ext uri="{9D8B030D-6E8A-4147-A177-3AD203B41FA5}">
                      <a16:colId xmlns:a16="http://schemas.microsoft.com/office/drawing/2014/main" val="1429277947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1947750376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1704607919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163238185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x₁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x₂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Output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Net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3726428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34474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5897977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312870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35751975"/>
                  </a:ext>
                </a:extLst>
              </a:tr>
            </a:tbl>
          </a:graphicData>
        </a:graphic>
      </p:graphicFrame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51FE0AF-9FCA-F59C-B5DF-995B31B24264}"/>
                  </a:ext>
                </a:extLst>
              </p:cNvPr>
              <p:cNvSpPr txBox="1"/>
              <p:nvPr/>
            </p:nvSpPr>
            <p:spPr>
              <a:xfrm>
                <a:off x="1117598" y="2072322"/>
                <a:ext cx="6096000" cy="147732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buNone/>
                </a:pPr>
                <a:r>
                  <a:rPr lang="en-IN" b="1" dirty="0"/>
                  <a:t>Condition</a:t>
                </a:r>
              </a:p>
              <a:p>
                <a:pPr>
                  <a:buNone/>
                </a:pPr>
                <a:r>
                  <a:rPr lang="en-IN" dirty="0"/>
                  <a:t>Output = 1 </a:t>
                </a:r>
                <a:r>
                  <a:rPr lang="en-IN" b="1" dirty="0"/>
                  <a:t>only when both inputs are 1</a:t>
                </a:r>
                <a:endParaRPr lang="en-IN" dirty="0"/>
              </a:p>
              <a:p>
                <a:pPr>
                  <a:buNone/>
                </a:pPr>
                <a:r>
                  <a:rPr lang="en-IN" b="1" dirty="0"/>
                  <a:t>Weights and Threshold</a:t>
                </a:r>
              </a:p>
              <a:p>
                <a:pPr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ar-AE" i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ar-AE" i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 i="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ar-AE" i="0">
                          <a:latin typeface="Cambria Math" panose="02040503050406030204" pitchFamily="18" charset="0"/>
                        </a:rPr>
                        <m:t>,</m:t>
                      </m:r>
                      <m:r>
                        <m:rPr>
                          <m:nor/>
                        </m:rPr>
                        <a:rPr lang="ar-AE" b="0" i="1">
                          <a:latin typeface="Cambria Math" panose="02040503050406030204" pitchFamily="18" charset="0"/>
                        </a:rPr>
                        <m:t>  </m:t>
                      </m:r>
                      <m:sSub>
                        <m:sSubPr>
                          <m:ctrlPr>
                            <a:rPr lang="ar-AE" b="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b="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ar-AE" b="0" i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ar-AE" b="0" i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 b="0" i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ar-AE" dirty="0"/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ar-AE" i="1"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ar-AE" i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IN" b="0" i="0" smtClean="0">
                          <a:latin typeface="Cambria Math" panose="02040503050406030204" pitchFamily="18" charset="0"/>
                        </a:rPr>
                        <m:t>?</m:t>
                      </m:r>
                    </m:oMath>
                  </m:oMathPara>
                </a14:m>
                <a:endParaRPr lang="ar-AE" dirty="0"/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51FE0AF-9FCA-F59C-B5DF-995B31B2426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17598" y="2072322"/>
                <a:ext cx="6096000" cy="1477328"/>
              </a:xfrm>
              <a:prstGeom prst="rect">
                <a:avLst/>
              </a:prstGeom>
              <a:blipFill>
                <a:blip r:embed="rId2"/>
                <a:stretch>
                  <a:fillRect l="-800" t="-2479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9044671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655658-CBFF-FDDC-3666-9647F4E984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Implement NOT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A9AE9E77-BC07-A5EA-8BF5-F9BCAE4318CB}"/>
                  </a:ext>
                </a:extLst>
              </p:cNvPr>
              <p:cNvSpPr txBox="1"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151220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buNone/>
                </a:pPr>
                <a:r>
                  <a:rPr lang="en-IN" b="1" dirty="0"/>
                  <a:t>Condition</a:t>
                </a:r>
              </a:p>
              <a:p>
                <a:pPr>
                  <a:buNone/>
                </a:pPr>
                <a:r>
                  <a:rPr lang="en-IN" dirty="0"/>
                  <a:t>Output = ?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ar-AE" i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ar-AE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IN" b="0" i="0" smtClean="0">
                        <a:latin typeface="Cambria Math" panose="02040503050406030204" pitchFamily="18" charset="0"/>
                      </a:rPr>
                      <m:t>?</m:t>
                    </m:r>
                  </m:oMath>
                </a14:m>
                <a:endParaRPr lang="ar-AE" dirty="0"/>
              </a:p>
              <a:p>
                <a14:m>
                  <m:oMath xmlns:m="http://schemas.openxmlformats.org/officeDocument/2006/math">
                    <m:r>
                      <a:rPr lang="ar-AE" i="1">
                        <a:latin typeface="Cambria Math" panose="02040503050406030204" pitchFamily="18" charset="0"/>
                      </a:rPr>
                      <m:t>𝜃</m:t>
                    </m:r>
                    <m:r>
                      <a:rPr lang="ar-AE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IN" b="0" i="0" smtClean="0">
                        <a:latin typeface="Cambria Math" panose="02040503050406030204" pitchFamily="18" charset="0"/>
                      </a:rPr>
                      <m:t>?</m:t>
                    </m:r>
                  </m:oMath>
                </a14:m>
                <a:endParaRPr lang="ar-AE" dirty="0"/>
              </a:p>
            </p:txBody>
          </p:sp>
        </mc:Choice>
        <mc:Fallback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A9AE9E77-BC07-A5EA-8BF5-F9BCAE4318CB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1512209"/>
              </a:xfrm>
              <a:prstGeom prst="rect">
                <a:avLst/>
              </a:prstGeom>
              <a:blipFill>
                <a:blip r:embed="rId2"/>
                <a:stretch>
                  <a:fillRect l="-638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6" name="Content Placeholder 3">
            <a:extLst>
              <a:ext uri="{FF2B5EF4-FFF2-40B4-BE49-F238E27FC236}">
                <a16:creationId xmlns:a16="http://schemas.microsoft.com/office/drawing/2014/main" id="{788D03AC-9882-87EA-18B2-C94F3D00D88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081082676"/>
              </p:ext>
            </p:extLst>
          </p:nvPr>
        </p:nvGraphicFramePr>
        <p:xfrm>
          <a:off x="1236132" y="3869214"/>
          <a:ext cx="7886700" cy="1097280"/>
        </p:xfrm>
        <a:graphic>
          <a:graphicData uri="http://schemas.openxmlformats.org/drawingml/2006/table">
            <a:tbl>
              <a:tblPr>
                <a:tableStyleId>{3C2FFA5D-87B4-456A-9821-1D502468CF0F}</a:tableStyleId>
              </a:tblPr>
              <a:tblGrid>
                <a:gridCol w="2628900">
                  <a:extLst>
                    <a:ext uri="{9D8B030D-6E8A-4147-A177-3AD203B41FA5}">
                      <a16:colId xmlns:a16="http://schemas.microsoft.com/office/drawing/2014/main" val="1429277947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1704607919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163238185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x₁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Output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Net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3726428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34474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5897977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2682219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D211A9-FE3D-787F-A254-2FD58D7078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827049-9F45-E152-571F-10AFBF3CBA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NAND gate 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A374D0FE-2141-66DB-9BBD-7764ED28B57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998829687"/>
              </p:ext>
            </p:extLst>
          </p:nvPr>
        </p:nvGraphicFramePr>
        <p:xfrm>
          <a:off x="1303866" y="3429000"/>
          <a:ext cx="10515600" cy="1828800"/>
        </p:xfrm>
        <a:graphic>
          <a:graphicData uri="http://schemas.openxmlformats.org/drawingml/2006/table">
            <a:tbl>
              <a:tblPr>
                <a:tableStyleId>{3C2FFA5D-87B4-456A-9821-1D502468CF0F}</a:tableStyleId>
              </a:tblPr>
              <a:tblGrid>
                <a:gridCol w="2628900">
                  <a:extLst>
                    <a:ext uri="{9D8B030D-6E8A-4147-A177-3AD203B41FA5}">
                      <a16:colId xmlns:a16="http://schemas.microsoft.com/office/drawing/2014/main" val="1429277947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1947750376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1704607919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163238185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x₁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x₂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Output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Net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3726428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34474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-1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5897977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-1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312870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-2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35751975"/>
                  </a:ext>
                </a:extLst>
              </a:tr>
            </a:tbl>
          </a:graphicData>
        </a:graphic>
      </p:graphicFrame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29E3A62-9D7B-C030-569A-4C57A72BE407}"/>
                  </a:ext>
                </a:extLst>
              </p:cNvPr>
              <p:cNvSpPr txBox="1"/>
              <p:nvPr/>
            </p:nvSpPr>
            <p:spPr>
              <a:xfrm>
                <a:off x="1303866" y="1511458"/>
                <a:ext cx="6096000" cy="147732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buNone/>
                </a:pPr>
                <a:r>
                  <a:rPr lang="en-IN" b="1" dirty="0"/>
                  <a:t>Condition</a:t>
                </a:r>
              </a:p>
              <a:p>
                <a:pPr>
                  <a:buNone/>
                </a:pPr>
                <a:r>
                  <a:rPr lang="en-IN" dirty="0"/>
                  <a:t>Output = NOT(AND)</a:t>
                </a:r>
              </a:p>
              <a:p>
                <a:pPr>
                  <a:buNone/>
                </a:pPr>
                <a:r>
                  <a:rPr lang="en-IN" b="1" dirty="0"/>
                  <a:t>Weights and Threshold</a:t>
                </a: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ar-AE" i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ar-AE" i="0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ar-AE" i="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ar-AE" i="0">
                          <a:latin typeface="Cambria Math" panose="02040503050406030204" pitchFamily="18" charset="0"/>
                        </a:rPr>
                        <m:t>,</m:t>
                      </m:r>
                      <m:r>
                        <m:rPr>
                          <m:nor/>
                        </m:rPr>
                        <a:rPr lang="ar-AE" b="0" i="1">
                          <a:latin typeface="Cambria Math" panose="02040503050406030204" pitchFamily="18" charset="0"/>
                        </a:rPr>
                        <m:t>  </m:t>
                      </m:r>
                      <m:sSub>
                        <m:sSubPr>
                          <m:ctrlPr>
                            <a:rPr lang="ar-AE" b="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b="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ar-AE" b="0" i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ar-AE" b="0" i="0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ar-AE" b="0" i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ar-AE" dirty="0"/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ar-AE" i="1"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ar-AE" i="0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ar-AE" i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ar-AE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29E3A62-9D7B-C030-569A-4C57A72BE4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03866" y="1511458"/>
                <a:ext cx="6096000" cy="1477328"/>
              </a:xfrm>
              <a:prstGeom prst="rect">
                <a:avLst/>
              </a:prstGeom>
              <a:blipFill>
                <a:blip r:embed="rId2"/>
                <a:stretch>
                  <a:fillRect l="-900" t="-2479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40216883"/>
      </p:ext>
    </p:extLst>
  </p:cSld>
  <p:clrMapOvr>
    <a:masterClrMapping/>
  </p:clrMapOvr>
</p:sld>
</file>

<file path=ppt/theme/theme1.xml><?xml version="1.0" encoding="utf-8"?>
<a:theme xmlns:a="http://schemas.openxmlformats.org/drawingml/2006/main" name="Gallery">
  <a:themeElements>
    <a:clrScheme name="Gallery">
      <a:dk1>
        <a:sysClr val="windowText" lastClr="000000"/>
      </a:dk1>
      <a:lt1>
        <a:sysClr val="window" lastClr="FFFFFF"/>
      </a:lt1>
      <a:dk2>
        <a:srgbClr val="454545"/>
      </a:dk2>
      <a:lt2>
        <a:srgbClr val="DFDBD5"/>
      </a:lt2>
      <a:accent1>
        <a:srgbClr val="B71E42"/>
      </a:accent1>
      <a:accent2>
        <a:srgbClr val="DE478E"/>
      </a:accent2>
      <a:accent3>
        <a:srgbClr val="BC72F0"/>
      </a:accent3>
      <a:accent4>
        <a:srgbClr val="795FAF"/>
      </a:accent4>
      <a:accent5>
        <a:srgbClr val="586EA6"/>
      </a:accent5>
      <a:accent6>
        <a:srgbClr val="6892A0"/>
      </a:accent6>
      <a:hlink>
        <a:srgbClr val="FA2B5C"/>
      </a:hlink>
      <a:folHlink>
        <a:srgbClr val="BC658E"/>
      </a:folHlink>
    </a:clrScheme>
    <a:fontScheme name="Gallery">
      <a:majorFont>
        <a:latin typeface="Gill Sans MT" panose="020B0502020104020203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Gallery">
      <a:fillStyleLst>
        <a:solidFill>
          <a:schemeClr val="phClr"/>
        </a:solidFill>
        <a:gradFill rotWithShape="1">
          <a:gsLst>
            <a:gs pos="0">
              <a:schemeClr val="phClr">
                <a:tint val="54000"/>
                <a:alpha val="100000"/>
                <a:satMod val="105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8000"/>
                <a:satMod val="130000"/>
                <a:lumMod val="92000"/>
              </a:schemeClr>
            </a:gs>
            <a:gs pos="100000">
              <a:schemeClr val="phClr">
                <a:shade val="78000"/>
                <a:satMod val="130000"/>
                <a:lumMod val="92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0800" dist="50800" dir="5400000" sx="96000" sy="96000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080000"/>
            </a:lightRig>
          </a:scene3d>
          <a:sp3d>
            <a:bevelT w="38100" h="12700" prst="softRound"/>
          </a:sp3d>
        </a:effectStyle>
      </a:effectStyleLst>
      <a:bgFillStyleLst>
        <a:solidFill>
          <a:schemeClr val="phClr"/>
        </a:solidFill>
        <a:solidFill>
          <a:schemeClr val="phClr"/>
        </a:solidFill>
        <a:gradFill rotWithShape="1">
          <a:gsLst>
            <a:gs pos="0">
              <a:schemeClr val="phClr">
                <a:tint val="94000"/>
                <a:satMod val="80000"/>
                <a:lumMod val="106000"/>
              </a:schemeClr>
            </a:gs>
            <a:gs pos="100000">
              <a:schemeClr val="phClr">
                <a:shade val="80000"/>
              </a:schemeClr>
            </a:gs>
          </a:gsLst>
          <a:path path="circle">
            <a:fillToRect l="43000" r="43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allery" id="{BBFCD31E-59A1-489D-B089-A3EAD7CAE12E}" vid="{F5E91637-A7B6-4E27-B710-77DA7014EE1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Gallery</Template>
  <TotalTime>515</TotalTime>
  <Words>342</Words>
  <Application>Microsoft Office PowerPoint</Application>
  <PresentationFormat>Widescreen</PresentationFormat>
  <Paragraphs>108</Paragraphs>
  <Slides>9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Arial</vt:lpstr>
      <vt:lpstr>Calibri</vt:lpstr>
      <vt:lpstr>Cambria Math</vt:lpstr>
      <vt:lpstr>Gill Sans MT</vt:lpstr>
      <vt:lpstr>Gallery</vt:lpstr>
      <vt:lpstr>Soft Computing  Module II</vt:lpstr>
      <vt:lpstr>McCulloch-Pitt Neuron </vt:lpstr>
      <vt:lpstr>MP Neuron</vt:lpstr>
      <vt:lpstr>MP Neuron</vt:lpstr>
      <vt:lpstr>Activation functions</vt:lpstr>
      <vt:lpstr>Logic Gates using MP Neuron – Or gate </vt:lpstr>
      <vt:lpstr>AND gate </vt:lpstr>
      <vt:lpstr>Implement NOT </vt:lpstr>
      <vt:lpstr>NAND gate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Sreejith Rajan</dc:creator>
  <cp:lastModifiedBy>Sreejith Rajan</cp:lastModifiedBy>
  <cp:revision>1</cp:revision>
  <dcterms:created xsi:type="dcterms:W3CDTF">2026-02-01T18:51:50Z</dcterms:created>
  <dcterms:modified xsi:type="dcterms:W3CDTF">2026-02-02T03:27:23Z</dcterms:modified>
</cp:coreProperties>
</file>